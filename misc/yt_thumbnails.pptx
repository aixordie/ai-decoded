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9" r:id="rId17"/>
    <p:sldId id="280" r:id="rId18"/>
    <p:sldId id="281" r:id="rId19"/>
    <p:sldId id="268" r:id="rId20"/>
    <p:sldId id="269" r:id="rId21"/>
    <p:sldId id="273" r:id="rId22"/>
    <p:sldId id="275" r:id="rId23"/>
    <p:sldId id="276" r:id="rId24"/>
    <p:sldId id="277" r:id="rId25"/>
    <p:sldId id="278" r:id="rId26"/>
    <p:sldId id="270" r:id="rId27"/>
    <p:sldId id="274" r:id="rId28"/>
    <p:sldId id="271" r:id="rId29"/>
    <p:sldId id="272" r:id="rId30"/>
  </p:sldIdLst>
  <p:sldSz cx="10077450" cy="566896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4B9"/>
    <a:srgbClr val="FFFD78"/>
    <a:srgbClr val="50938A"/>
    <a:srgbClr val="73FB79"/>
    <a:srgbClr val="DD9C7B"/>
    <a:srgbClr val="386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93"/>
    <p:restoredTop sz="94628"/>
  </p:normalViewPr>
  <p:slideViewPr>
    <p:cSldViewPr snapToGrid="0">
      <p:cViewPr>
        <p:scale>
          <a:sx n="105" d="100"/>
          <a:sy n="105" d="100"/>
        </p:scale>
        <p:origin x="864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75EC6C-0E78-A0E2-82E9-D4A19066A42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7105D-A600-A934-0D10-ED72E876225F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9DF50-D1F7-A286-BF66-2D9AE21FD98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5A411-4D85-943A-0350-C435FC90987D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FFD7CBBC-896D-534F-86EB-66B1399B3170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2459823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88A92-EDED-76C7-D88C-C828FCA88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056F9-6E0E-FD7C-D7F3-C761EF03718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ED94D1B-0076-15DB-54E5-0DD98823C6C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A313-9CBA-3539-6841-4265CBFB5FEA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A2FF7-9857-71EB-F444-F9009013939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A66AE-DD8F-2696-FB0E-7B2DA464D7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A3617544-5738-8640-898D-B9DB73E399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5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EC3A5-FB37-7450-CE55-CB4F85687D0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93DA57-5693-DE41-8D12-BDD12DFC71F1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4AE65-1CB9-B91C-231E-803BBB7C657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A0549-09B4-F102-AB7C-7EF63972DC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7FEC9-B5D9-9F7B-760E-AE114F8DBD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82A7F01-A4B6-BA42-AD53-05BE54D028BE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E2311-C638-1276-B1CC-D2868D1A1A9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6F330-E080-BF59-D40B-CDFC5E5C8B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3D8B8-C5FB-1297-ABE9-3032B80CD6C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3ED32C3-D9B5-1E42-A52C-B93A50FFB567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44236-9B09-9AAB-8A2D-387F1A5500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829DC-0E51-D530-E5B0-4347E527CA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66BD1-A833-396F-77CB-721CCF11CAB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5D3ADE9-EBF1-F148-9F17-F1AE201D091D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EF60B-65EF-8623-F0A3-2AA2775DD07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4ED88-2E9A-C81A-89E5-AB1FB44DF71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5E712-B3E0-81B3-1859-AE052965F2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B86FC6A-B0B6-8848-B55F-6E8FC35A1668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9B77B-C5CB-F9AE-1829-2C3C5308273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278B6-2DEA-932F-A162-45E2924492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C2876-CF99-26D0-D101-256532E4434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01FC68-AD2E-6D48-BD94-DF6FFAAEF97D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25600-522E-2758-5FC6-657659059FC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89F7F-05B1-2F57-F3CC-977302E4E6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25A92-C1B5-6E2F-F626-8D97471E5E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17995A4-9EDB-3645-B320-ED9F994FECB8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D731D-5D56-DDD3-EB00-94F77721FB2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83C03-576F-396A-B3D7-27BECCBB7E1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0842B-9FDC-5886-F246-13562812286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D3AD332-42BA-994C-A119-E278DE69B8D8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E32BF-67C5-15CF-A5A5-F49EC7E32FD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CE11E-4E28-5A2D-CAE0-0CCB3C505D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46AD3-6834-7439-9CB1-77BE0D0DF7C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8B117B-32A5-714C-ACEC-B0859214BCA6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4A16B-568B-4DD0-869C-4DBA0A8E95D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3FE72-AFF6-96C8-30A5-430A5093FC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21519-5539-0602-BE00-45D88AB3249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540B6A8-F66B-ED45-9ECA-D499C07CC8A9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9F1C5-F4F7-BA05-DED1-CED082B7B21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CBD3B-CE86-78D3-71CA-E01E51C3B4E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62743-1AFC-85B7-6003-5AB86BF2D2B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DF98B62-2B9B-9A4C-8F8E-DE1C108D624E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38F13-DC81-1608-48EF-2FC600C40DA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84742-73B1-86AC-9B36-09B8FBB4DF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9D83C-9DDE-C551-C5E1-93C9F1096C8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1251F5A-A52D-1049-A4B6-7718069BB908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B665A-BD48-D2AC-4CA5-706085DA2B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803A8-BD3B-2D7A-F6DA-835CA187C4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83ABD-5FDA-34EF-E36E-32B07061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00003-8762-4465-61A0-81E304C560A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1251F5A-A52D-1049-A4B6-7718069BB908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9FBAC-4BF5-0C46-009C-8B55F2AB9F9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FF158-34EC-EADE-593A-692B295F95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62343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F8776-6B5A-4F7A-977E-5C913E6C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D6D86-EB17-E856-ED73-DE61AE759A0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1251F5A-A52D-1049-A4B6-7718069BB908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E0647-EE02-BFBD-F378-DC353B23FF5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E93AC-5355-2E17-1F0F-46BA63ADCE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30903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B19F6-31D7-1292-352B-1801E891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EC9A2-E0E2-5BEF-EF6C-D3F517344A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1251F5A-A52D-1049-A4B6-7718069BB908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15906-9954-E19C-7C82-956772A1C75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564E0-0B88-F1FB-686B-C35DB9B4CF2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44371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CF855-52AC-2541-38C6-3ED976AD6CB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8B27808-AE5B-E241-9CC3-4BC12F5F7235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758F9-F0F1-2DFE-2B71-42658D72B48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6CC0A-B820-4CB2-256F-05E3C46E63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5A20C-C679-094C-C11C-5F0536563D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921CBD-4BCF-5740-AF38-EF2344214A76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FFB17-54DF-0A50-5019-ABE108F3C0A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534B7-6D0D-7BF8-E9A9-FAD591AC7D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A74C-2961-06EB-13AA-5C8AAFBB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B6841-D0AC-4BAA-9DE4-CFF57782DAA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921CBD-4BCF-5740-AF38-EF2344214A76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A76E5-8CB8-F761-F72C-CB1EBB8B8BD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21C4B-6073-0546-2FFB-2FDB478771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05188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264AD-4E7F-58F6-2852-AB4D09C5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5A136-4D3F-514E-2FDA-D5817C67AD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921CBD-4BCF-5740-AF38-EF2344214A76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C9C74-28DB-10D2-4B08-6985FD2B60C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8F6E7-36A0-9F0C-93D9-4DECD36EF77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29964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2B540-6D90-3FDC-9F22-A20E3CAF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2FDE4-7168-975F-A63F-4258790D80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921CBD-4BCF-5740-AF38-EF2344214A76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3A364-F268-567B-120F-F86C390B22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08CC0-9F24-14C3-3276-973DA2DEC1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41337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6E11D-F207-F098-A1CC-576AA3B55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C4619-0AD7-7036-FA55-4D5C3347B4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921CBD-4BCF-5740-AF38-EF2344214A76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0C7EE-6077-72EF-D329-6E517B0E919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8C590-67D9-D017-173A-59C365ED3BB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49744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51D03-38E5-74D5-318C-2488AF7B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2E06D-872D-C42E-6EBB-CB2BBF7617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921CBD-4BCF-5740-AF38-EF2344214A76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6FE13-C0B3-7E92-AC41-7BAD98B781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FDAAD-6A06-B343-47C1-8E76C29EAFF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76921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482F5-113B-0E2C-6588-B69B4CE0BC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C759309-AB68-6E4A-A14A-AC93A73D6A4C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0CADD-62DC-0005-027A-82CEB5B2A6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1F31E-D56F-587A-1773-4716A7E6BFE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643A5-14CB-A19D-A18B-2C67F63A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FAC0B-0B28-85EE-41E7-91C8D89EFAB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921CBD-4BCF-5740-AF38-EF2344214A76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92FF2-FA36-CD9A-571F-0F7F5C53B3C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C0D16-67C1-B8A8-C997-62CCCF9FC1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62959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56B71-7F3C-7C2D-697C-E3297FF545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E3C8BF-BD19-234F-A758-13AE043E0C5F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6B3AA9-2D9E-899F-E577-D2C949F7377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399FD-8B56-30FA-AF2D-2B29604306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5F816-7BD9-1596-6A25-5BC1B55F103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DF6B15C-A398-D74C-88BA-7037F750F600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20437-8A3F-A9D4-D75A-F892BCAF90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2313" y="900113"/>
            <a:ext cx="6116637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8EDBC-ECCB-469C-4AEC-86B4C28DED5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 sz="2940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88D4-6AC2-F1C5-F9AC-EB9C54F0B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1FD4C-27EB-ED52-DA00-D9D660809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55474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FCEE8-9DB6-F697-8B10-F9FE00DE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0839F-EF03-0792-E6DB-3908255B6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91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18A3-0187-069D-4333-1A6A8EBE6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B307D-BCAE-D98B-4FDE-03A02DC29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366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04280-EC7D-79AE-54CC-831686A0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5041-3E9B-1702-FA7B-4DC09CF49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3402013"/>
            <a:ext cx="4457700" cy="86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9CC98-DC50-A4FA-5943-B25227A66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3402013"/>
            <a:ext cx="4459287" cy="86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25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A3FC4-284B-9BE1-1F6A-6BF8B7A5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760F4-12F9-757A-1329-4E4C0F1F1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91CFE-29F5-4B26-125B-5863D829F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9759B-2BA3-D32E-EF2C-F581C24A7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E4821-129E-3C54-0E23-A5969ECA4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F412-F222-1530-3F33-4EAE9311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0014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72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7708-1E32-E07C-ACBF-EB6C04496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0C05C-BFDE-E1EB-D72A-F369742F9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78502-B883-BB85-FA29-0FE48DDF2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897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3FA8-5D4A-DD59-A344-E5E9DE4D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1B852-4F22-D54B-F38A-9254962C5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F2A76-DB56-C6E3-6646-80ADA2F78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73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2437B-382E-ABD2-8109-AFFA0142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14D57-3838-C341-888C-BFCA0CC51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024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5AA79-36A3-F94D-E0EB-FEA9EE46E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1914525"/>
            <a:ext cx="2266950" cy="2351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FFD4C-CA43-B19B-F1F9-449998ED8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1914525"/>
            <a:ext cx="6650037" cy="2351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3802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1B4C-0EF7-2AB7-D8E5-A1DEBC1C8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866D4-A3BD-DD55-ACB1-A5D9F95F6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6514F-44BC-6812-C849-795F2EEC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44607-96C9-5579-CCD3-7BABD461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F9BE4-0657-46DE-3A79-6CD1D3CA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9C5CE1-A950-E446-A9D9-6DE825430D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92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E7AE-D529-8AC2-42ED-0E45C931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4C3F-DC02-2330-6D16-BDFA6AB5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5991F-8782-DC19-FAEF-CE80CC7A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6AC6-CC91-D8D8-C555-9A2E7174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5802B-86E9-9B22-93F5-BE4FF422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57CBA85-9E01-BE48-90AC-0E89274FF2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7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14CA7-3A28-4171-F3A9-92812697F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262E6-CB0E-08B3-28AA-562D523C8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0DBE8-3A59-9553-B9B5-A32B8A21F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64462-DAF1-6875-7707-BF689E36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72E46-FD5F-0EFA-683E-FB9A9BA9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923D76A-3AB3-8444-A7C1-96C3C85AC9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16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B3230-3FFC-F477-FB34-672B1739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C12DF-A968-507A-F233-101896278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5563"/>
            <a:ext cx="4457700" cy="328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1B0CF-2F75-9F9A-79B7-D3433606C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5563"/>
            <a:ext cx="4459287" cy="328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8E9B7-98E0-0D13-E7B4-4AC1EEB2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EEE95-BDA9-5AE2-1E17-5283A75A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D9BF1-3054-F605-5848-04751D2F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2D416A0-4D83-B44C-9623-A15E6F9464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84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B67A-B7C3-284C-4B04-13AF4B9F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55CE4-0D33-1CD9-D2CF-EF3784E37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25020-6C0D-7E46-B304-31B4286DE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F9156-5CC3-4476-08E6-36CD928C7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3FC91-B37B-20B5-0E85-F57CBBFB4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B353EF-3D33-E7CA-C34D-79263E6F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A3B2E5-8CEB-6AF6-35E2-60BC27DD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1667A-2998-5059-1858-A182FF72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FDC882-E37A-FC43-BC8C-46D4A3BFD5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41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83CF-EB47-4AAC-CC14-56E765C3D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0AB94-3EC0-D66C-EB5D-E19CC7B9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6BC9B-D2B3-0BAD-E31B-C890BC7F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BE8FC-7213-174B-3680-874A4FF2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8A5F09-1168-FD4F-AC01-E1D5C50AE6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560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F2F37-9784-3248-440F-D468F69C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CBC68C-BC29-C3E0-32A9-71AF9B92C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EF145-4ACD-91E9-263F-42195494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A1AD9F-7949-C243-A051-D4BE9F2ED2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68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7395-60AB-DAB9-4C8A-3B3BDC4E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E3E7C-B7B4-D843-CFC4-9509356F4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C2D12-C64C-68A8-8882-59A889809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4ECE8-6E56-F5E9-8BAD-52AFFCC9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81DDA-8A61-83FE-1669-7C959AD77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87E48-F991-A3F6-5D02-8F53980A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1A90ED-90B6-0040-AF1F-1ECAD34506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255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B4ED-39CD-90F2-AC65-8074E9A0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A8B1F4-4069-4563-8645-7653A000C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C1C3B-D8FB-B490-632F-98EE503FF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5BF3E-47C4-6821-4043-50134C30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7E75E-5041-FB71-947D-B74C0D4D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1C98C-7883-0E1B-7686-A4332C37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74AE06-6532-E344-B575-D8765A8CC6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71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AC34-0257-C29A-D7E9-6EBE301D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D4235-BC2A-0769-07F4-616DE43DD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1F0D2-95D1-260D-0C0B-22A31613F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91357-1988-4A0D-90CC-A0EB21308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D8BAC-8D99-E562-861A-68589448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EE17A7-691C-194C-854A-A0752A8A3E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693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CD9E7-F4D1-EA52-9703-BB66BA3CD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FED6C-7B0E-F1B3-3C54-2BCFE39D6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639E6-AA9E-2714-6FD6-0AEB85554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B2BB6-C5FE-3C07-2744-812485DC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32D9E-E85F-6D93-EFF2-331485C6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A03E1D3-773B-E742-9E21-1433D3A99B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109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EF77-A172-2891-54C0-23161BC34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8B7D5-BC63-F2BC-ED16-69DAE4354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8D31B-DF71-406D-6E52-0BA4552F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6D886-4163-86DD-3693-8160CA6BB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1E4A7-B908-FC72-B4A6-BEF741CA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67A97BF-E123-004B-B1A7-18E43F2259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567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C0B1-1455-F92D-CA52-1B97B115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1746F-F26C-FF61-3803-DDE984C31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150" y="1509713"/>
            <a:ext cx="8693150" cy="3595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1D85F-3FBB-A42D-6430-FF39D526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6DFEB-D670-F1F6-1B3B-FBD31F97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1673E-95EF-1406-73A1-19091E0D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754AC3-B1A9-E04E-8019-DCFF2EB7BA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561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C4F2C-EAA8-38CA-C744-E21ED12E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7B7F1-1684-4497-BC54-1382C750C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430B3-1424-4F54-9CCA-9D7E0A3C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9373-F3B0-724C-648B-25735010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C099B-11DD-78AC-1599-6E9A685E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3E2D3B-5D89-D94A-8CF3-EDB197E3344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561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0D19-C818-B457-9A60-DB92573B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17C0C-E505-7F40-00F0-7D7B7E919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2150" y="1509713"/>
            <a:ext cx="4270375" cy="3595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C58C3-3B38-6522-9F85-C411673CB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509713"/>
            <a:ext cx="4270375" cy="3595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B78BE-5646-501C-D9DC-727DD705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22EFD-0C80-F6BC-6CA9-E2846A74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84C30-85A8-B92B-DC3E-BC4B9626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6D8A35-6A69-BB4F-BDB4-0A6E55B7C68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987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1BA7-8633-5D89-418A-AA88A818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31C42-1D14-80EB-DFB2-AE5A2E765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916A1-B3AD-439C-0EDF-5779BC2A1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5B221-E0AC-E19A-4A52-0B6BA0AA9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540CE-CD8B-F7A5-2699-E8D4C0CCA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88C838-33C1-8BB7-2681-4AF0FB451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9AAEE-B951-7BC2-72DB-DD3D1954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05C85-2006-F146-374F-920770CE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E8EE2B-1CE0-D843-8E0E-6315698FEE8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742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1943-45DB-EA8E-EF10-7CE39202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2AF091-26DF-FAAE-FCF8-ED47F17B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9F0C7-2261-4549-B85C-269B27DBD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ED408-476C-941D-AD0A-A49E2A7A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3F93BDE-4E92-CE42-A8B7-132111CDA8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215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E334F8-701B-57FA-F5F9-A9F41DDE4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99B6B-0CBB-EFD4-624B-5F462560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3BDF8-915C-FAB0-AB97-31359F758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5F39CD-7125-814D-84D8-03B135B56F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366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3513-2825-D54E-0035-D0C051E36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6BF87-CFBD-8183-4935-7DFB04818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DE29A-63BB-A8AC-B8DF-3EDF64196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90F2D-7C19-E482-B7C0-AE55ED27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B6167-0F22-EB7B-69BA-C3B6B647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44FC6-E7B5-9174-6C0B-032DA6EA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C6C0C2-F69D-4B46-9702-56773F7F514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376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B2B68-ECF1-2D90-48CF-C4492FF3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6134CA-2C1A-47E2-31CF-05D7BECAD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8FAFD-9AB4-D0E3-D4D2-3D9E7AA60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C0DCC-82DB-15F8-8CC9-9BC256D3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BBD7A-5AD4-E69B-18A0-3C880625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8A405-D458-9A9D-B3C5-3CBE1AF9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444D99F-6E17-074F-8F55-140E1C891A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55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CEE21-8768-D439-46DC-A0625AC4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4A44E-3488-3AF9-43CF-25B20561A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2150" y="1509713"/>
            <a:ext cx="8693150" cy="3595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41A95-92E1-D70C-9AB6-7F815D51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D5E37-F31F-2832-6B73-CBAAEFB4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28763-0F26-C3EF-1AE8-E2DBF4BA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9C2ECFB-EE37-F44E-B00B-CD20C4B2A2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072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C1F42-38E0-92DC-EFFE-0B3C4EAAE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879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F7DA0-9CED-EB10-620E-F5ED6DC76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879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21E1E-21A0-621A-61E7-3C4730388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E6CB2-B446-7979-0213-787E81A4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2A9C2-9B0B-CFAA-655B-D2394233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C3E5F6-DBA4-894F-940D-4F61B1037F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737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98D8-E66B-FF6B-C7E0-4EE573F04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A4CF3-AA21-3865-EEDF-9AFFE82DD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D2E65-7B07-DC73-F0D0-7272B948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5C22C-A60C-1D85-A79F-6CBC8276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24D80-CDA8-926B-27E7-E9BABD30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E24D67D-35C6-D341-8878-D1AF516C02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178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F02D-FE79-09E7-4FDF-8FB0C73B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67F5-112C-9543-E8A1-E65CC86FF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E460E-4BD7-1104-A1C7-DDC22A34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87F89-E42F-C66C-1DC0-630492E9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9405E-5BE9-D374-E77B-C225B307E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8E789F-FD59-2745-A385-11178DD389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517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C241-9124-884E-A199-F8BF40759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D425D-E787-A44F-E643-08A63731F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1E68E-4A84-6B63-EF81-EAF3E2EA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AFFE7-A336-0FFE-956B-10DBA0135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CBA86-D2C0-12B2-6B5E-9AAFFE2B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F256B0-B060-B74E-9065-5A98109A8C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44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0874-5CA3-4A3B-FDB1-D973BB458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53885-567A-4D41-FE4B-373001F93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10F77-C0F1-B3D7-F308-0FF0BC779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A81B0-6FD9-2E0C-5C39-6F0D7F20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F6520-396F-F7A9-92A2-D47AFDAA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4784A-BF36-8CAE-0DF4-CB30F257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98A38E-1B37-6E47-A1F0-F804DF8DA4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624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C6508-518D-50D5-0CEE-FA629415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1D920-2DF4-CBA0-41D4-C7B057107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F6EB5-D976-2463-0EA6-2C7BDB554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C46B1-E445-E1A3-7FA8-C2DD4EC7F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C48AA2-723F-6061-8C06-8B8BAB2AD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684F81-A031-7B15-21ED-C90AB7EF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8DCF73-8B3E-CCC7-5FF6-A85D1A86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4ED6A-8ACE-FC11-3EDA-44A412A9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68A28D-9E4E-9347-950B-92E7A04DDB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967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8824-5054-3A17-EF79-8B578AC8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0D66E-9F43-9334-F854-23C7BA4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2D942-5F32-F1A7-EFC8-C4E2572E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2C0D2-3AFE-F8EE-3BC3-A10D2B5C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6C4460-C8C5-444E-A120-4E4856429A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421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A2939-7083-917B-39F5-6AF2C740F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0C482-9263-A61C-6265-1D093860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3BC7E-2BAA-9062-D128-0AE5900C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ECC9EFA-F500-B64B-AB09-F9CFCD29CF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13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1B1F-E137-4458-4FD1-CACC0189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5A506-7307-A086-8BCE-D245B5973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0B5E3-082D-DEBC-FE16-26CDF4FED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344EC-077C-0B36-B5EB-ED1840D6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6E455-E55F-94DC-63AF-F4A5ECA3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27D98-EE0D-2CF4-0912-BF7608FB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4D6EE7-16BE-C540-8E78-67A520E17D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052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54F8-3077-A27F-2EF5-DD3E433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98F6A-7525-7ADE-AD57-353A95074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FC3A4-6A2B-0326-05B5-C1EF56785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44BF8-4E10-B1BF-34E3-05CADBF9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89B32-BC38-9B7E-4F94-F2A2714F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EFBBA-B9BC-7D4F-F414-6F8EE37D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3AC2FC-E52C-E940-AACA-45D59AFEDC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153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26A2-A6B9-D000-D0A9-51D5E236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A8B75-DC20-5405-722B-C2D6050AA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2D0CA-B65D-4057-52D0-A4D4C806F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3CA18-BFA5-9B8E-8B07-C4072734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AD177-3D08-227D-4696-F3700795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4841D9-4574-2849-B409-5370FA4F10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865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2C2DAF-ACD4-C4C8-2FD5-CA55D61EF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80263" y="1327150"/>
            <a:ext cx="2392362" cy="32877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25B54-F129-1F84-1D13-46CC2D6DD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1327150"/>
            <a:ext cx="7027863" cy="32877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C50D0-CBE2-72A3-E2B9-A85C9A2D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F2A24-8529-4275-0FA2-80624F66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01C5A-61E1-FFC0-AF37-E6135D88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177327-B33B-6D4F-8E77-15B84326FC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10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88E034-8B1A-C623-E9DA-2CB7BAD20067}"/>
              </a:ext>
            </a:extLst>
          </p:cNvPr>
          <p:cNvGrpSpPr/>
          <p:nvPr/>
        </p:nvGrpSpPr>
        <p:grpSpPr>
          <a:xfrm>
            <a:off x="-413640" y="-521640"/>
            <a:ext cx="10886400" cy="1781640"/>
            <a:chOff x="-413640" y="-521640"/>
            <a:chExt cx="10886400" cy="1781640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BD399195-5C97-2EFA-63B8-6373CD4887A6}"/>
                </a:ext>
              </a:extLst>
            </p:cNvPr>
            <p:cNvSpPr/>
            <p:nvPr/>
          </p:nvSpPr>
          <p:spPr>
            <a:xfrm>
              <a:off x="-413640" y="-52164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EE4D529-3F7A-60A7-CC1A-32FED2EEE516}"/>
                </a:ext>
              </a:extLst>
            </p:cNvPr>
            <p:cNvSpPr/>
            <p:nvPr/>
          </p:nvSpPr>
          <p:spPr>
            <a:xfrm>
              <a:off x="288000" y="-52164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B1C9F59-79B3-BD67-69E7-0C29F2A10B24}"/>
                </a:ext>
              </a:extLst>
            </p:cNvPr>
            <p:cNvSpPr/>
            <p:nvPr/>
          </p:nvSpPr>
          <p:spPr>
            <a:xfrm>
              <a:off x="990000" y="-52164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67F44F2-92AD-D43E-30B8-9FBE460DCD9A}"/>
                </a:ext>
              </a:extLst>
            </p:cNvPr>
            <p:cNvSpPr/>
            <p:nvPr/>
          </p:nvSpPr>
          <p:spPr>
            <a:xfrm>
              <a:off x="1691640" y="-52164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43C912C-FCE9-D873-9CA4-4494D1DA3E87}"/>
                </a:ext>
              </a:extLst>
            </p:cNvPr>
            <p:cNvSpPr/>
            <p:nvPr/>
          </p:nvSpPr>
          <p:spPr>
            <a:xfrm>
              <a:off x="2393280" y="-52164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C3C0D08-F717-91F0-5935-C01BFDA528C3}"/>
                </a:ext>
              </a:extLst>
            </p:cNvPr>
            <p:cNvSpPr/>
            <p:nvPr/>
          </p:nvSpPr>
          <p:spPr>
            <a:xfrm>
              <a:off x="3095280" y="-52164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0B67F26-D076-D9CD-3DF4-D4CED4BFD90A}"/>
                </a:ext>
              </a:extLst>
            </p:cNvPr>
            <p:cNvSpPr/>
            <p:nvPr/>
          </p:nvSpPr>
          <p:spPr>
            <a:xfrm>
              <a:off x="3796920" y="-52164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B2D5982-8AB2-39B1-88B9-A9373F5C5D9F}"/>
                </a:ext>
              </a:extLst>
            </p:cNvPr>
            <p:cNvSpPr/>
            <p:nvPr/>
          </p:nvSpPr>
          <p:spPr>
            <a:xfrm>
              <a:off x="4498920" y="-52164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C168CBC-4FCD-67DD-BE62-A1B3D8DF1BEF}"/>
                </a:ext>
              </a:extLst>
            </p:cNvPr>
            <p:cNvSpPr/>
            <p:nvPr/>
          </p:nvSpPr>
          <p:spPr>
            <a:xfrm>
              <a:off x="5200560" y="-52164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2E4F687-3D4D-0725-CD6C-AB554C8F42A9}"/>
                </a:ext>
              </a:extLst>
            </p:cNvPr>
            <p:cNvSpPr/>
            <p:nvPr/>
          </p:nvSpPr>
          <p:spPr>
            <a:xfrm>
              <a:off x="5902200" y="-52164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0F9F94B-2FC0-164B-5C57-0A4B96BB2FEE}"/>
                </a:ext>
              </a:extLst>
            </p:cNvPr>
            <p:cNvSpPr/>
            <p:nvPr/>
          </p:nvSpPr>
          <p:spPr>
            <a:xfrm>
              <a:off x="6604200" y="-52164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5D818A0-D720-B43D-DDB0-8A054742E470}"/>
                </a:ext>
              </a:extLst>
            </p:cNvPr>
            <p:cNvSpPr/>
            <p:nvPr/>
          </p:nvSpPr>
          <p:spPr>
            <a:xfrm>
              <a:off x="7305840" y="-52164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3FE78EE-AEC2-BBA0-7808-260FBE505E52}"/>
                </a:ext>
              </a:extLst>
            </p:cNvPr>
            <p:cNvSpPr/>
            <p:nvPr/>
          </p:nvSpPr>
          <p:spPr>
            <a:xfrm>
              <a:off x="8007479" y="-52164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26516FC-1D5F-BEDF-584D-0C778C86CE2E}"/>
                </a:ext>
              </a:extLst>
            </p:cNvPr>
            <p:cNvSpPr/>
            <p:nvPr/>
          </p:nvSpPr>
          <p:spPr>
            <a:xfrm>
              <a:off x="8709480" y="-52164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66A3017-3B1B-2BD8-6D8C-EDD2942D432F}"/>
                </a:ext>
              </a:extLst>
            </p:cNvPr>
            <p:cNvSpPr/>
            <p:nvPr/>
          </p:nvSpPr>
          <p:spPr>
            <a:xfrm>
              <a:off x="9411120" y="-52164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6C07897-D716-1590-CD0C-0A0B1232B29E}"/>
                </a:ext>
              </a:extLst>
            </p:cNvPr>
            <p:cNvSpPr/>
            <p:nvPr/>
          </p:nvSpPr>
          <p:spPr>
            <a:xfrm>
              <a:off x="-5364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1388D63-2ACE-FD6D-796E-47D89624E1D2}"/>
                </a:ext>
              </a:extLst>
            </p:cNvPr>
            <p:cNvSpPr/>
            <p:nvPr/>
          </p:nvSpPr>
          <p:spPr>
            <a:xfrm>
              <a:off x="64800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C17818B-7265-9E39-730B-AF1D745CC727}"/>
                </a:ext>
              </a:extLst>
            </p:cNvPr>
            <p:cNvSpPr/>
            <p:nvPr/>
          </p:nvSpPr>
          <p:spPr>
            <a:xfrm>
              <a:off x="1349640" y="1836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3A22419-6C2E-ABBE-3965-9D526A10466B}"/>
                </a:ext>
              </a:extLst>
            </p:cNvPr>
            <p:cNvSpPr/>
            <p:nvPr/>
          </p:nvSpPr>
          <p:spPr>
            <a:xfrm>
              <a:off x="205164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061660F-9B95-C8F2-3C2F-C1F87FFB7CF4}"/>
                </a:ext>
              </a:extLst>
            </p:cNvPr>
            <p:cNvSpPr/>
            <p:nvPr/>
          </p:nvSpPr>
          <p:spPr>
            <a:xfrm>
              <a:off x="2753280" y="1836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97DCE1A-023A-7D39-9560-C6D0EF75E9A3}"/>
                </a:ext>
              </a:extLst>
            </p:cNvPr>
            <p:cNvSpPr/>
            <p:nvPr/>
          </p:nvSpPr>
          <p:spPr>
            <a:xfrm>
              <a:off x="345528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16011DB-618C-E548-9639-18D3D0F5AFA1}"/>
                </a:ext>
              </a:extLst>
            </p:cNvPr>
            <p:cNvSpPr/>
            <p:nvPr/>
          </p:nvSpPr>
          <p:spPr>
            <a:xfrm>
              <a:off x="415692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28FB8BA-1FDC-8D76-1A8E-C2B58F644F9B}"/>
                </a:ext>
              </a:extLst>
            </p:cNvPr>
            <p:cNvSpPr/>
            <p:nvPr/>
          </p:nvSpPr>
          <p:spPr>
            <a:xfrm>
              <a:off x="4858560" y="1836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67F8E5C-1733-CF14-0AA6-636A31206718}"/>
                </a:ext>
              </a:extLst>
            </p:cNvPr>
            <p:cNvSpPr/>
            <p:nvPr/>
          </p:nvSpPr>
          <p:spPr>
            <a:xfrm>
              <a:off x="556056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4016114-43EC-2BA8-AE62-5107484CA7FB}"/>
                </a:ext>
              </a:extLst>
            </p:cNvPr>
            <p:cNvSpPr/>
            <p:nvPr/>
          </p:nvSpPr>
          <p:spPr>
            <a:xfrm>
              <a:off x="626220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D37F4BBB-3D14-BA5B-4BD6-CC08ACFFDD09}"/>
                </a:ext>
              </a:extLst>
            </p:cNvPr>
            <p:cNvSpPr/>
            <p:nvPr/>
          </p:nvSpPr>
          <p:spPr>
            <a:xfrm>
              <a:off x="6963840" y="1836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7DEF5DC-E399-F800-8090-30B5BF456EF3}"/>
                </a:ext>
              </a:extLst>
            </p:cNvPr>
            <p:cNvSpPr/>
            <p:nvPr/>
          </p:nvSpPr>
          <p:spPr>
            <a:xfrm>
              <a:off x="766584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25D6A56-BA30-0E51-0132-39D8BC000896}"/>
                </a:ext>
              </a:extLst>
            </p:cNvPr>
            <p:cNvSpPr/>
            <p:nvPr/>
          </p:nvSpPr>
          <p:spPr>
            <a:xfrm>
              <a:off x="8367479" y="1836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AF75C87-EEAD-A7E1-479E-46B3A27330B1}"/>
                </a:ext>
              </a:extLst>
            </p:cNvPr>
            <p:cNvSpPr/>
            <p:nvPr/>
          </p:nvSpPr>
          <p:spPr>
            <a:xfrm>
              <a:off x="906948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77B12A6-FB54-C1CE-07E7-CAE29877B5B2}"/>
                </a:ext>
              </a:extLst>
            </p:cNvPr>
            <p:cNvSpPr/>
            <p:nvPr/>
          </p:nvSpPr>
          <p:spPr>
            <a:xfrm>
              <a:off x="9771120" y="1836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708847C-DD95-2D4C-9362-1864CD6DDAC1}"/>
                </a:ext>
              </a:extLst>
            </p:cNvPr>
            <p:cNvSpPr/>
            <p:nvPr/>
          </p:nvSpPr>
          <p:spPr>
            <a:xfrm>
              <a:off x="-413640" y="558360"/>
              <a:ext cx="70164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551A176-B825-6FFC-C1A4-203AA29295D0}"/>
                </a:ext>
              </a:extLst>
            </p:cNvPr>
            <p:cNvSpPr/>
            <p:nvPr/>
          </p:nvSpPr>
          <p:spPr>
            <a:xfrm>
              <a:off x="288000" y="558360"/>
              <a:ext cx="70200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0B33D9B-CBB6-6DDD-D506-4B0ADD3D16FF}"/>
                </a:ext>
              </a:extLst>
            </p:cNvPr>
            <p:cNvSpPr/>
            <p:nvPr/>
          </p:nvSpPr>
          <p:spPr>
            <a:xfrm>
              <a:off x="990000" y="558360"/>
              <a:ext cx="70164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F344A9A-FA2C-ED8E-AAEB-BED54359333E}"/>
                </a:ext>
              </a:extLst>
            </p:cNvPr>
            <p:cNvSpPr/>
            <p:nvPr/>
          </p:nvSpPr>
          <p:spPr>
            <a:xfrm>
              <a:off x="1691640" y="558360"/>
              <a:ext cx="70164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689E859-44FC-B2F1-B5E2-5007BB7D0EC7}"/>
                </a:ext>
              </a:extLst>
            </p:cNvPr>
            <p:cNvSpPr/>
            <p:nvPr/>
          </p:nvSpPr>
          <p:spPr>
            <a:xfrm>
              <a:off x="2393280" y="558360"/>
              <a:ext cx="70200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85CB7D9-2D11-93DD-1BF6-C2826BF999AD}"/>
                </a:ext>
              </a:extLst>
            </p:cNvPr>
            <p:cNvSpPr/>
            <p:nvPr/>
          </p:nvSpPr>
          <p:spPr>
            <a:xfrm>
              <a:off x="3095280" y="558360"/>
              <a:ext cx="70164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0DDF36D-F921-2725-3738-61604E3E389B}"/>
                </a:ext>
              </a:extLst>
            </p:cNvPr>
            <p:cNvSpPr/>
            <p:nvPr/>
          </p:nvSpPr>
          <p:spPr>
            <a:xfrm>
              <a:off x="3796920" y="558360"/>
              <a:ext cx="70200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E5487E1-F3B3-5DC2-7097-5AF14D717ABE}"/>
                </a:ext>
              </a:extLst>
            </p:cNvPr>
            <p:cNvSpPr/>
            <p:nvPr/>
          </p:nvSpPr>
          <p:spPr>
            <a:xfrm>
              <a:off x="4498920" y="558360"/>
              <a:ext cx="70164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A285E68-028B-B7DA-4AFE-F0F4F5C1B363}"/>
                </a:ext>
              </a:extLst>
            </p:cNvPr>
            <p:cNvSpPr/>
            <p:nvPr/>
          </p:nvSpPr>
          <p:spPr>
            <a:xfrm>
              <a:off x="5200560" y="558360"/>
              <a:ext cx="70164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C90D5415-4821-8E17-DDBC-9F79D2F81E60}"/>
                </a:ext>
              </a:extLst>
            </p:cNvPr>
            <p:cNvSpPr/>
            <p:nvPr/>
          </p:nvSpPr>
          <p:spPr>
            <a:xfrm>
              <a:off x="5902200" y="558360"/>
              <a:ext cx="70200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981984EA-0D21-C808-2DDE-031A44B9D52E}"/>
                </a:ext>
              </a:extLst>
            </p:cNvPr>
            <p:cNvSpPr/>
            <p:nvPr/>
          </p:nvSpPr>
          <p:spPr>
            <a:xfrm>
              <a:off x="6604200" y="558360"/>
              <a:ext cx="70164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6EDB677-68F7-EA92-698A-DF6F50628031}"/>
                </a:ext>
              </a:extLst>
            </p:cNvPr>
            <p:cNvSpPr/>
            <p:nvPr/>
          </p:nvSpPr>
          <p:spPr>
            <a:xfrm>
              <a:off x="7305840" y="558360"/>
              <a:ext cx="70164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E07A546-2345-63C5-6F9E-01F101FA1144}"/>
                </a:ext>
              </a:extLst>
            </p:cNvPr>
            <p:cNvSpPr/>
            <p:nvPr/>
          </p:nvSpPr>
          <p:spPr>
            <a:xfrm>
              <a:off x="8007479" y="558360"/>
              <a:ext cx="70200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2B1251B0-C568-E6D6-9433-C3B2DFE575AE}"/>
                </a:ext>
              </a:extLst>
            </p:cNvPr>
            <p:cNvSpPr/>
            <p:nvPr/>
          </p:nvSpPr>
          <p:spPr>
            <a:xfrm>
              <a:off x="8709480" y="558360"/>
              <a:ext cx="70164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8ABC4BEC-9124-ACFD-8259-7E06C7A19ACB}"/>
                </a:ext>
              </a:extLst>
            </p:cNvPr>
            <p:cNvSpPr/>
            <p:nvPr/>
          </p:nvSpPr>
          <p:spPr>
            <a:xfrm>
              <a:off x="9411120" y="558360"/>
              <a:ext cx="702000" cy="701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AD4FDDC-E69B-B106-162E-9A6EDB18E617}"/>
              </a:ext>
            </a:extLst>
          </p:cNvPr>
          <p:cNvGrpSpPr/>
          <p:nvPr/>
        </p:nvGrpSpPr>
        <p:grpSpPr>
          <a:xfrm>
            <a:off x="-363600" y="4913280"/>
            <a:ext cx="10850400" cy="1242000"/>
            <a:chOff x="-363600" y="4913280"/>
            <a:chExt cx="10850400" cy="1242000"/>
          </a:xfrm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75364024-D7F4-562C-EE2C-C2D20DCCFF2E}"/>
                </a:ext>
              </a:extLst>
            </p:cNvPr>
            <p:cNvSpPr/>
            <p:nvPr/>
          </p:nvSpPr>
          <p:spPr>
            <a:xfrm flipH="1">
              <a:off x="942912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4AC0A64-2B03-6F17-4AC6-346E9832BE7A}"/>
                </a:ext>
              </a:extLst>
            </p:cNvPr>
            <p:cNvSpPr/>
            <p:nvPr/>
          </p:nvSpPr>
          <p:spPr>
            <a:xfrm flipH="1">
              <a:off x="978516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A69E7F3-C5BA-361D-CD75-48CA96C1C579}"/>
                </a:ext>
              </a:extLst>
            </p:cNvPr>
            <p:cNvSpPr/>
            <p:nvPr/>
          </p:nvSpPr>
          <p:spPr>
            <a:xfrm flipH="1">
              <a:off x="802548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DCB9DD4-61C8-81C9-A80E-66B8A444842B}"/>
                </a:ext>
              </a:extLst>
            </p:cNvPr>
            <p:cNvSpPr/>
            <p:nvPr/>
          </p:nvSpPr>
          <p:spPr>
            <a:xfrm flipH="1">
              <a:off x="872352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AA6E2E2-DCBD-0BAB-204E-6BB8E9052DCA}"/>
                </a:ext>
              </a:extLst>
            </p:cNvPr>
            <p:cNvSpPr/>
            <p:nvPr/>
          </p:nvSpPr>
          <p:spPr>
            <a:xfrm flipH="1">
              <a:off x="8385480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7D7A7D9-8C4C-9B74-D6FF-7D81AAB79FDD}"/>
                </a:ext>
              </a:extLst>
            </p:cNvPr>
            <p:cNvSpPr/>
            <p:nvPr/>
          </p:nvSpPr>
          <p:spPr>
            <a:xfrm flipH="1">
              <a:off x="6981839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ADB6FF1-F939-82B6-5503-85CDFF71C02E}"/>
                </a:ext>
              </a:extLst>
            </p:cNvPr>
            <p:cNvSpPr/>
            <p:nvPr/>
          </p:nvSpPr>
          <p:spPr>
            <a:xfrm flipH="1">
              <a:off x="7679879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D9C6E35-1DE8-78A0-8591-E06B845EFEB3}"/>
                </a:ext>
              </a:extLst>
            </p:cNvPr>
            <p:cNvSpPr/>
            <p:nvPr/>
          </p:nvSpPr>
          <p:spPr>
            <a:xfrm flipH="1">
              <a:off x="661824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926D1C9-A3A5-EABF-8855-53F597215E10}"/>
                </a:ext>
              </a:extLst>
            </p:cNvPr>
            <p:cNvSpPr/>
            <p:nvPr/>
          </p:nvSpPr>
          <p:spPr>
            <a:xfrm flipH="1">
              <a:off x="7319879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631F7B1E-1C58-3CB9-0D4B-2CF11733EE4D}"/>
                </a:ext>
              </a:extLst>
            </p:cNvPr>
            <p:cNvSpPr/>
            <p:nvPr/>
          </p:nvSpPr>
          <p:spPr>
            <a:xfrm flipH="1">
              <a:off x="592020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04481CA-57BD-B368-64ED-CF0293A11BD3}"/>
                </a:ext>
              </a:extLst>
            </p:cNvPr>
            <p:cNvSpPr/>
            <p:nvPr/>
          </p:nvSpPr>
          <p:spPr>
            <a:xfrm flipH="1">
              <a:off x="627624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05D8FE4-C89E-E27A-3DE9-24ACBF8DC047}"/>
                </a:ext>
              </a:extLst>
            </p:cNvPr>
            <p:cNvSpPr/>
            <p:nvPr/>
          </p:nvSpPr>
          <p:spPr>
            <a:xfrm flipH="1">
              <a:off x="523260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8D3C5FD-501E-F315-78BC-35220C42E0A0}"/>
                </a:ext>
              </a:extLst>
            </p:cNvPr>
            <p:cNvSpPr/>
            <p:nvPr/>
          </p:nvSpPr>
          <p:spPr>
            <a:xfrm flipH="1">
              <a:off x="4876560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00ACB9C-4327-FDD5-D798-257FF140C36A}"/>
                </a:ext>
              </a:extLst>
            </p:cNvPr>
            <p:cNvSpPr/>
            <p:nvPr/>
          </p:nvSpPr>
          <p:spPr>
            <a:xfrm flipH="1">
              <a:off x="557460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50317FE-E94D-00B9-E02B-4FF72B73D685}"/>
                </a:ext>
              </a:extLst>
            </p:cNvPr>
            <p:cNvSpPr/>
            <p:nvPr/>
          </p:nvSpPr>
          <p:spPr>
            <a:xfrm flipH="1">
              <a:off x="3850919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7FBF8F42-6C56-41B6-8671-3EC63EB81232}"/>
                </a:ext>
              </a:extLst>
            </p:cNvPr>
            <p:cNvSpPr/>
            <p:nvPr/>
          </p:nvSpPr>
          <p:spPr>
            <a:xfrm flipH="1">
              <a:off x="453096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2A7FF455-4219-16BC-B8DF-601E119CCB11}"/>
                </a:ext>
              </a:extLst>
            </p:cNvPr>
            <p:cNvSpPr/>
            <p:nvPr/>
          </p:nvSpPr>
          <p:spPr>
            <a:xfrm flipH="1">
              <a:off x="417096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0853D349-7688-97DE-D9CF-1D2FFA9701CC}"/>
                </a:ext>
              </a:extLst>
            </p:cNvPr>
            <p:cNvSpPr/>
            <p:nvPr/>
          </p:nvSpPr>
          <p:spPr>
            <a:xfrm flipH="1">
              <a:off x="2771280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70DA0606-CF49-E8D0-4A5C-227AF24B5856}"/>
                </a:ext>
              </a:extLst>
            </p:cNvPr>
            <p:cNvSpPr/>
            <p:nvPr/>
          </p:nvSpPr>
          <p:spPr>
            <a:xfrm flipH="1">
              <a:off x="346932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2261028-7881-FEB2-5C22-8BDF0C62D1C1}"/>
                </a:ext>
              </a:extLst>
            </p:cNvPr>
            <p:cNvSpPr/>
            <p:nvPr/>
          </p:nvSpPr>
          <p:spPr>
            <a:xfrm flipH="1">
              <a:off x="244728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8DAEE9D-6EEC-C314-ED0D-098090401D9C}"/>
                </a:ext>
              </a:extLst>
            </p:cNvPr>
            <p:cNvSpPr/>
            <p:nvPr/>
          </p:nvSpPr>
          <p:spPr>
            <a:xfrm flipH="1">
              <a:off x="314532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5EC31802-C254-D1E5-8665-E98CD4F3545D}"/>
                </a:ext>
              </a:extLst>
            </p:cNvPr>
            <p:cNvSpPr/>
            <p:nvPr/>
          </p:nvSpPr>
          <p:spPr>
            <a:xfrm flipH="1">
              <a:off x="174168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0A195AE0-3A72-AD17-F8E1-095C71AD003C}"/>
                </a:ext>
              </a:extLst>
            </p:cNvPr>
            <p:cNvSpPr/>
            <p:nvPr/>
          </p:nvSpPr>
          <p:spPr>
            <a:xfrm flipH="1">
              <a:off x="206568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BA81579-9025-81BD-24B7-AE73E7550DEF}"/>
                </a:ext>
              </a:extLst>
            </p:cNvPr>
            <p:cNvSpPr/>
            <p:nvPr/>
          </p:nvSpPr>
          <p:spPr>
            <a:xfrm flipH="1">
              <a:off x="1040039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457A159-9F6C-A48B-9E0D-7EB4AAC37A7E}"/>
                </a:ext>
              </a:extLst>
            </p:cNvPr>
            <p:cNvSpPr/>
            <p:nvPr/>
          </p:nvSpPr>
          <p:spPr>
            <a:xfrm flipH="1">
              <a:off x="1367640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B09DB11C-08A4-E560-694C-190025D55EA2}"/>
                </a:ext>
              </a:extLst>
            </p:cNvPr>
            <p:cNvSpPr/>
            <p:nvPr/>
          </p:nvSpPr>
          <p:spPr>
            <a:xfrm flipH="1">
              <a:off x="-3960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B6A33DE8-4440-BE6D-3760-D0425E53FEDA}"/>
                </a:ext>
              </a:extLst>
            </p:cNvPr>
            <p:cNvSpPr/>
            <p:nvPr/>
          </p:nvSpPr>
          <p:spPr>
            <a:xfrm flipH="1">
              <a:off x="66204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CAB398D9-AB3C-BAF3-A22B-B0D568FADA75}"/>
                </a:ext>
              </a:extLst>
            </p:cNvPr>
            <p:cNvSpPr/>
            <p:nvPr/>
          </p:nvSpPr>
          <p:spPr>
            <a:xfrm flipH="1">
              <a:off x="-36360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3FF17F54-C977-CAD7-5E39-981F4C9FCD86}"/>
                </a:ext>
              </a:extLst>
            </p:cNvPr>
            <p:cNvSpPr/>
            <p:nvPr/>
          </p:nvSpPr>
          <p:spPr>
            <a:xfrm flipH="1">
              <a:off x="34200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F3BE69D-6393-3F8B-04FF-AE11B74CA746}"/>
                </a:ext>
              </a:extLst>
            </p:cNvPr>
            <p:cNvSpPr/>
            <p:nvPr/>
          </p:nvSpPr>
          <p:spPr>
            <a:xfrm flipH="1">
              <a:off x="908352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sp>
        <p:nvSpPr>
          <p:cNvPr id="79" name="Title Placeholder 78">
            <a:extLst>
              <a:ext uri="{FF2B5EF4-FFF2-40B4-BE49-F238E27FC236}">
                <a16:creationId xmlns:a16="http://schemas.microsoft.com/office/drawing/2014/main" id="{BD1AB8A2-EC88-4815-F767-C5667E6B4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1914840"/>
            <a:ext cx="9069120" cy="12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9DB0458D-F864-9DEB-A1F1-C66BE02B4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3401280"/>
            <a:ext cx="9069120" cy="86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3300" b="0" i="0" u="none" strike="noStrike" kern="1200" cap="none">
          <a:ln>
            <a:noFill/>
          </a:ln>
        </a:defRPr>
      </a:lvl1pPr>
    </p:titleStyle>
    <p:bodyStyle>
      <a:lvl1pPr marL="0" marR="0" indent="0" hangingPunct="0">
        <a:spcBef>
          <a:spcPts val="0"/>
        </a:spcBef>
        <a:spcAft>
          <a:spcPts val="1057"/>
        </a:spcAft>
        <a:tabLst/>
        <a:defRPr lang="en-US" sz="2400" b="0" i="0" u="none" strike="noStrike" kern="1200" cap="none">
          <a:ln>
            <a:noFill/>
          </a:ln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867921D-FE74-0243-BE67-E9C8092C294E}"/>
              </a:ext>
            </a:extLst>
          </p:cNvPr>
          <p:cNvGrpSpPr/>
          <p:nvPr/>
        </p:nvGrpSpPr>
        <p:grpSpPr>
          <a:xfrm>
            <a:off x="-363600" y="4895280"/>
            <a:ext cx="10850400" cy="1260000"/>
            <a:chOff x="-363600" y="4895280"/>
            <a:chExt cx="10850400" cy="1260000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AC1E6ABF-595A-77E6-0CED-CBDA53DE801A}"/>
                </a:ext>
              </a:extLst>
            </p:cNvPr>
            <p:cNvSpPr/>
            <p:nvPr/>
          </p:nvSpPr>
          <p:spPr>
            <a:xfrm flipH="1">
              <a:off x="942912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2294834D-7C19-D422-46C6-CBDB95901F91}"/>
                </a:ext>
              </a:extLst>
            </p:cNvPr>
            <p:cNvSpPr/>
            <p:nvPr/>
          </p:nvSpPr>
          <p:spPr>
            <a:xfrm flipH="1">
              <a:off x="978516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7E6FE3C-BB98-1071-B79B-9818A071B083}"/>
                </a:ext>
              </a:extLst>
            </p:cNvPr>
            <p:cNvSpPr/>
            <p:nvPr/>
          </p:nvSpPr>
          <p:spPr>
            <a:xfrm flipH="1">
              <a:off x="802548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1AB2B09-4E55-430A-BA03-0634EC30DE3D}"/>
                </a:ext>
              </a:extLst>
            </p:cNvPr>
            <p:cNvSpPr/>
            <p:nvPr/>
          </p:nvSpPr>
          <p:spPr>
            <a:xfrm flipH="1">
              <a:off x="872352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5BDF486-EE76-D864-DE53-53612668BFC4}"/>
                </a:ext>
              </a:extLst>
            </p:cNvPr>
            <p:cNvSpPr/>
            <p:nvPr/>
          </p:nvSpPr>
          <p:spPr>
            <a:xfrm flipH="1">
              <a:off x="8385480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B7D5321-32B0-B53B-0102-1F7E6E96D62F}"/>
                </a:ext>
              </a:extLst>
            </p:cNvPr>
            <p:cNvSpPr/>
            <p:nvPr/>
          </p:nvSpPr>
          <p:spPr>
            <a:xfrm flipH="1">
              <a:off x="6981839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8F67FD2-CA23-FDC7-354C-AF966D91F537}"/>
                </a:ext>
              </a:extLst>
            </p:cNvPr>
            <p:cNvSpPr/>
            <p:nvPr/>
          </p:nvSpPr>
          <p:spPr>
            <a:xfrm flipH="1">
              <a:off x="7679879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02A223B-2CD7-5974-52CE-EAFDA7587EB0}"/>
                </a:ext>
              </a:extLst>
            </p:cNvPr>
            <p:cNvSpPr/>
            <p:nvPr/>
          </p:nvSpPr>
          <p:spPr>
            <a:xfrm flipH="1">
              <a:off x="661824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F3D0DDE-060E-91CA-0DE2-DBCE787655AD}"/>
                </a:ext>
              </a:extLst>
            </p:cNvPr>
            <p:cNvSpPr/>
            <p:nvPr/>
          </p:nvSpPr>
          <p:spPr>
            <a:xfrm flipH="1">
              <a:off x="7319879" y="4895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87F9220-B8BA-3871-3E14-6868B4A0DF3C}"/>
                </a:ext>
              </a:extLst>
            </p:cNvPr>
            <p:cNvSpPr/>
            <p:nvPr/>
          </p:nvSpPr>
          <p:spPr>
            <a:xfrm flipH="1">
              <a:off x="592020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09902FF-EEE1-7617-791D-D2B8F7D6776A}"/>
                </a:ext>
              </a:extLst>
            </p:cNvPr>
            <p:cNvSpPr/>
            <p:nvPr/>
          </p:nvSpPr>
          <p:spPr>
            <a:xfrm flipH="1">
              <a:off x="627624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FE7F5D1-CABC-42A3-B4C8-8A0A0265B485}"/>
                </a:ext>
              </a:extLst>
            </p:cNvPr>
            <p:cNvSpPr/>
            <p:nvPr/>
          </p:nvSpPr>
          <p:spPr>
            <a:xfrm flipH="1">
              <a:off x="523260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3355420-29C7-2E80-9435-68C862063358}"/>
                </a:ext>
              </a:extLst>
            </p:cNvPr>
            <p:cNvSpPr/>
            <p:nvPr/>
          </p:nvSpPr>
          <p:spPr>
            <a:xfrm flipH="1">
              <a:off x="4876560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CBB5F13-33E1-1B66-FE7E-59D9EABCA41D}"/>
                </a:ext>
              </a:extLst>
            </p:cNvPr>
            <p:cNvSpPr/>
            <p:nvPr/>
          </p:nvSpPr>
          <p:spPr>
            <a:xfrm flipH="1">
              <a:off x="557460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64D1157-29C4-5629-4F9C-5B1E099B0CD4}"/>
                </a:ext>
              </a:extLst>
            </p:cNvPr>
            <p:cNvSpPr/>
            <p:nvPr/>
          </p:nvSpPr>
          <p:spPr>
            <a:xfrm flipH="1">
              <a:off x="3850919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D046B2-0D41-6209-179C-18ABA1BDCD5C}"/>
                </a:ext>
              </a:extLst>
            </p:cNvPr>
            <p:cNvSpPr/>
            <p:nvPr/>
          </p:nvSpPr>
          <p:spPr>
            <a:xfrm flipH="1">
              <a:off x="453096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9EBA5A6-7CDD-F16D-7B77-FDDF43B473E9}"/>
                </a:ext>
              </a:extLst>
            </p:cNvPr>
            <p:cNvSpPr/>
            <p:nvPr/>
          </p:nvSpPr>
          <p:spPr>
            <a:xfrm flipH="1">
              <a:off x="417096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8D99506-36A6-2A8D-CEE6-44FCFC07DB27}"/>
                </a:ext>
              </a:extLst>
            </p:cNvPr>
            <p:cNvSpPr/>
            <p:nvPr/>
          </p:nvSpPr>
          <p:spPr>
            <a:xfrm flipH="1">
              <a:off x="2771280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35EFCCA-9E4A-E397-4A31-4232722025AB}"/>
                </a:ext>
              </a:extLst>
            </p:cNvPr>
            <p:cNvSpPr/>
            <p:nvPr/>
          </p:nvSpPr>
          <p:spPr>
            <a:xfrm flipH="1">
              <a:off x="346932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8707433-99A2-0B42-444C-F91796AA2A39}"/>
                </a:ext>
              </a:extLst>
            </p:cNvPr>
            <p:cNvSpPr/>
            <p:nvPr/>
          </p:nvSpPr>
          <p:spPr>
            <a:xfrm flipH="1">
              <a:off x="244728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A07529-43F7-9EDE-CBFD-DE69D224D91C}"/>
                </a:ext>
              </a:extLst>
            </p:cNvPr>
            <p:cNvSpPr/>
            <p:nvPr/>
          </p:nvSpPr>
          <p:spPr>
            <a:xfrm flipH="1">
              <a:off x="314532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2C61EF0-69F4-AD33-E729-D271203BEECB}"/>
                </a:ext>
              </a:extLst>
            </p:cNvPr>
            <p:cNvSpPr/>
            <p:nvPr/>
          </p:nvSpPr>
          <p:spPr>
            <a:xfrm flipH="1">
              <a:off x="174168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6E06137-38AA-B434-7915-8678A57E3DED}"/>
                </a:ext>
              </a:extLst>
            </p:cNvPr>
            <p:cNvSpPr/>
            <p:nvPr/>
          </p:nvSpPr>
          <p:spPr>
            <a:xfrm flipH="1">
              <a:off x="206568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4FAA900-7BBA-30C6-8BC9-4D0B68CBE59B}"/>
                </a:ext>
              </a:extLst>
            </p:cNvPr>
            <p:cNvSpPr/>
            <p:nvPr/>
          </p:nvSpPr>
          <p:spPr>
            <a:xfrm flipH="1">
              <a:off x="1040039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18589ED-2522-E143-A4D2-BC673C45515E}"/>
                </a:ext>
              </a:extLst>
            </p:cNvPr>
            <p:cNvSpPr/>
            <p:nvPr/>
          </p:nvSpPr>
          <p:spPr>
            <a:xfrm flipH="1">
              <a:off x="1367640" y="545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8A7EE72-132A-656C-6DF3-AD3A4BEE01CC}"/>
                </a:ext>
              </a:extLst>
            </p:cNvPr>
            <p:cNvSpPr/>
            <p:nvPr/>
          </p:nvSpPr>
          <p:spPr>
            <a:xfrm flipH="1">
              <a:off x="-3960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3C932DC-EA48-EFB5-550C-A771DA174A35}"/>
                </a:ext>
              </a:extLst>
            </p:cNvPr>
            <p:cNvSpPr/>
            <p:nvPr/>
          </p:nvSpPr>
          <p:spPr>
            <a:xfrm flipH="1">
              <a:off x="66204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A9FB925-8F56-43D3-1C29-B14BC953E864}"/>
                </a:ext>
              </a:extLst>
            </p:cNvPr>
            <p:cNvSpPr/>
            <p:nvPr/>
          </p:nvSpPr>
          <p:spPr>
            <a:xfrm flipH="1">
              <a:off x="-363600" y="491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353DA80-8620-2ED0-6351-740E715628C4}"/>
                </a:ext>
              </a:extLst>
            </p:cNvPr>
            <p:cNvSpPr/>
            <p:nvPr/>
          </p:nvSpPr>
          <p:spPr>
            <a:xfrm flipH="1">
              <a:off x="342000" y="4913280"/>
              <a:ext cx="70200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DE59"/>
            </a:solidFill>
            <a:ln>
              <a:noFill/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056E79B-7FFE-59F5-799C-E3605D978FAF}"/>
                </a:ext>
              </a:extLst>
            </p:cNvPr>
            <p:cNvSpPr/>
            <p:nvPr/>
          </p:nvSpPr>
          <p:spPr>
            <a:xfrm flipH="1">
              <a:off x="9083520" y="5453280"/>
              <a:ext cx="701640" cy="702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06471"/>
                <a:gd name="f7" fmla="val 1310630"/>
                <a:gd name="f8" fmla="val 753236"/>
                <a:gd name="f9" fmla="val 1506470"/>
                <a:gd name="f10" fmla="val 285063"/>
                <a:gd name="f11" fmla="val 1025568"/>
                <a:gd name="f12" fmla="val 1"/>
                <a:gd name="f13" fmla="+- 0 0 0"/>
                <a:gd name="f14" fmla="*/ f3 1 1506471"/>
                <a:gd name="f15" fmla="*/ f4 1 1310630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506471"/>
                <a:gd name="f24" fmla="*/ f20 1 1310630"/>
                <a:gd name="f25" fmla="*/ 0 f21 1"/>
                <a:gd name="f26" fmla="*/ 655315 f20 1"/>
                <a:gd name="f27" fmla="*/ 327658 f21 1"/>
                <a:gd name="f28" fmla="*/ 0 f20 1"/>
                <a:gd name="f29" fmla="*/ 1178814 f21 1"/>
                <a:gd name="f30" fmla="*/ 1506471 f21 1"/>
                <a:gd name="f31" fmla="*/ 1310630 f20 1"/>
                <a:gd name="f32" fmla="+- f22 0 f1"/>
                <a:gd name="f33" fmla="*/ f25 1 1506471"/>
                <a:gd name="f34" fmla="*/ f26 1 1310630"/>
                <a:gd name="f35" fmla="*/ f27 1 1506471"/>
                <a:gd name="f36" fmla="*/ f28 1 1310630"/>
                <a:gd name="f37" fmla="*/ f29 1 1506471"/>
                <a:gd name="f38" fmla="*/ f30 1 1506471"/>
                <a:gd name="f39" fmla="*/ f31 1 1310630"/>
                <a:gd name="f40" fmla="*/ f16 1 f23"/>
                <a:gd name="f41" fmla="*/ f17 1 f23"/>
                <a:gd name="f42" fmla="*/ f16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60" y="f56"/>
                </a:cxn>
                <a:cxn ang="f32">
                  <a:pos x="f59" y="f61"/>
                </a:cxn>
                <a:cxn ang="f32">
                  <a:pos x="f57" y="f61"/>
                </a:cxn>
                <a:cxn ang="f32">
                  <a:pos x="f55" y="f56"/>
                </a:cxn>
              </a:cxnLst>
              <a:rect l="f51" t="f54" r="f52" b="f53"/>
              <a:pathLst>
                <a:path w="1506471" h="1310630">
                  <a:moveTo>
                    <a:pt x="f8" y="f5"/>
                  </a:moveTo>
                  <a:lnTo>
                    <a:pt x="f9" y="f10"/>
                  </a:lnTo>
                  <a:lnTo>
                    <a:pt x="f9" y="f11"/>
                  </a:lnTo>
                  <a:lnTo>
                    <a:pt x="f8" y="f7"/>
                  </a:lnTo>
                  <a:lnTo>
                    <a:pt x="f12" y="f11"/>
                  </a:lnTo>
                  <a:lnTo>
                    <a:pt x="f12" y="f10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prstDash val="solid"/>
            </a:ln>
          </p:spPr>
          <p:txBody>
            <a:bodyPr wrap="square" lIns="0" tIns="0" rIns="0" bIns="0" anchor="ctr" anchorCtr="1" compatLnSpc="0">
              <a:noAutofit/>
            </a:bodyPr>
            <a:lstStyle/>
            <a:p>
              <a:pPr lvl="0" hangingPunct="0">
                <a:buNone/>
                <a:tabLst/>
              </a:pPr>
              <a:endParaRPr lang="en-US" sz="1400" b="1">
                <a:solidFill>
                  <a:srgbClr val="FFDE59"/>
                </a:solidFill>
                <a:latin typeface="Liberation Sans" pitchFamily="34"/>
                <a:ea typeface="Noto Sans CJK JP:palt" pitchFamily="34"/>
                <a:cs typeface="Noto Sans" pitchFamily="34"/>
              </a:endParaRPr>
            </a:p>
          </p:txBody>
        </p:sp>
      </p:grpSp>
      <p:sp>
        <p:nvSpPr>
          <p:cNvPr id="33" name="Title Placeholder 32">
            <a:extLst>
              <a:ext uri="{FF2B5EF4-FFF2-40B4-BE49-F238E27FC236}">
                <a16:creationId xmlns:a16="http://schemas.microsoft.com/office/drawing/2014/main" id="{717B18A9-1902-CD0D-85A3-7BD44A0CAA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5360"/>
            <a:ext cx="9068760" cy="94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8159689B-A977-FF97-5025-B535F6FC4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240"/>
            <a:ext cx="9068760" cy="32878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FBCBC650-5436-4732-0683-F31AEE10027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41640" y="4913640"/>
            <a:ext cx="2400480" cy="702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00E0C729-B019-E7B0-35F1-A31440E22FC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743560" y="4913280"/>
            <a:ext cx="4579560" cy="7041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AC463A17-5F64-872C-5E4D-AFB873BB5C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491320" y="4913280"/>
            <a:ext cx="1142640" cy="702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E729B6D4-6E16-AA4D-8EF7-27034C2CFA97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hangingPunct="0">
        <a:tabLst/>
        <a:defRPr lang="en-US" sz="3300" b="0" i="0" u="none" strike="noStrike" kern="1200" cap="none">
          <a:ln>
            <a:noFill/>
          </a:ln>
        </a:defRPr>
      </a:lvl1pPr>
    </p:titleStyle>
    <p:bodyStyle>
      <a:lvl1pPr marL="0" marR="0" indent="0" hangingPunct="0">
        <a:spcBef>
          <a:spcPts val="0"/>
        </a:spcBef>
        <a:spcAft>
          <a:spcPts val="1057"/>
        </a:spcAft>
        <a:tabLst/>
        <a:defRPr lang="en-US" sz="2400" b="0" i="0" u="none" strike="noStrike" kern="1200" cap="none">
          <a:ln>
            <a:noFill/>
          </a:ln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7E3068-2ECF-567A-97CC-666D2ADD7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02819-89EA-8A3D-91FB-78160953109F}"/>
              </a:ext>
            </a:extLst>
          </p:cNvPr>
          <p:cNvSpPr txBox="1"/>
          <p:nvPr/>
        </p:nvSpPr>
        <p:spPr>
          <a:xfrm>
            <a:off x="503640" y="1326240"/>
            <a:ext cx="9068760" cy="3287879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99B48-E34E-DC8F-1196-C986D052683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8BAE6-5446-ACE0-6354-C31139D4346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19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61A3B-94D5-E000-20D4-2EC90E8FD9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4BE666DC-1C95-3A41-AF86-545F5E4046E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en-US" sz="467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ea typeface="Arial Unicode MS" pitchFamily="2"/>
          <a:cs typeface="Arial Unicode MS" pitchFamily="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7CCB78-7054-7BB2-4AF5-C2E57F113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19639"/>
            <a:ext cx="8997120" cy="10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C49E8-AA35-84FE-8D99-F166EBDD2E80}"/>
              </a:ext>
            </a:extLst>
          </p:cNvPr>
          <p:cNvSpPr txBox="1"/>
          <p:nvPr/>
        </p:nvSpPr>
        <p:spPr>
          <a:xfrm>
            <a:off x="359640" y="2879280"/>
            <a:ext cx="9357120" cy="20624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35C78-0877-EB82-5AD9-ABCA9704E6F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59640" y="5219280"/>
            <a:ext cx="2339280" cy="36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DCE43-0B99-8DBD-EA62-565FEB08873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18560" y="5219280"/>
            <a:ext cx="3238920" cy="36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3C9D2-CCAF-412A-08FA-18550B2DBC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377479" y="5219280"/>
            <a:ext cx="2339280" cy="36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CCC7A5BD-48BC-CD41-B59E-1A62602016DF}" type="slidenum"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5DC024-9FAE-EED5-80EE-F6D4FD0869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hangingPunct="0">
        <a:tabLst/>
        <a:defRPr lang="en-US" sz="3300" b="0" i="0" u="none" strike="noStrike" kern="1200" cap="none">
          <a:ln>
            <a:noFill/>
          </a:ln>
          <a:solidFill>
            <a:srgbClr val="DD4100"/>
          </a:solidFill>
          <a:highlight>
            <a:scrgbClr r="0" g="0" b="0">
              <a:alpha val="0"/>
            </a:scrgbClr>
          </a:highlight>
        </a:defRPr>
      </a:lvl1pPr>
    </p:titleStyle>
    <p:bodyStyle>
      <a:lvl1pPr marL="0" marR="0" indent="0" hangingPunct="0">
        <a:spcBef>
          <a:spcPts val="1057"/>
        </a:spcBef>
        <a:spcAft>
          <a:spcPts val="0"/>
        </a:spcAft>
        <a:tabLst/>
        <a:defRPr lang="en-US" sz="2400" b="0" i="0" u="none" strike="noStrike" kern="1200" cap="none">
          <a:ln>
            <a:noFill/>
          </a:ln>
          <a:solidFill>
            <a:srgbClr val="009BDD"/>
          </a:solidFill>
          <a:highlight>
            <a:scrgbClr r="0" g="0" b="0">
              <a:alpha val="0"/>
            </a:scrgbClr>
          </a:highlight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0F0D4BC-641E-FC30-70E3-4BC5972B9533}"/>
              </a:ext>
            </a:extLst>
          </p:cNvPr>
          <p:cNvSpPr/>
          <p:nvPr/>
        </p:nvSpPr>
        <p:spPr>
          <a:xfrm flipH="1" flipV="1">
            <a:off x="-2880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999999"/>
              </a:gs>
              <a:gs pos="100000">
                <a:srgbClr val="333333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632713-8B26-B0CC-09A2-C02ECE9693A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629400" y="1672199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8A4793-8070-275E-B6AE-49325F267C96}"/>
              </a:ext>
            </a:extLst>
          </p:cNvPr>
          <p:cNvSpPr txBox="1"/>
          <p:nvPr/>
        </p:nvSpPr>
        <p:spPr>
          <a:xfrm>
            <a:off x="457200" y="1769400"/>
            <a:ext cx="3200400" cy="1600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  <a:buNone/>
              <a:tabLst/>
            </a:pPr>
            <a:r>
              <a:rPr lang="zh-CN" sz="1400" b="0" i="0" u="none" strike="noStrike" kern="1200" cap="none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❌ Overwhelmed by tutorials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  <a:buNone/>
              <a:tabLst/>
            </a:pPr>
            <a:r>
              <a:rPr lang="zh-CN" sz="1400" b="0" i="0" u="none" strike="noStrike" kern="1200" cap="none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❌ Not sure what actually works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  <a:buNone/>
              <a:tabLst/>
            </a:pPr>
            <a:r>
              <a:rPr lang="zh-CN" sz="1400" b="0" i="0" u="none" strike="noStrike" kern="1200" cap="none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❌ “Vibe coding” only gets you so far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None/>
              <a:tabLst/>
            </a:pPr>
            <a:r>
              <a:rPr lang="zh-CN" sz="1400" b="0" i="0" u="none" strike="noStrike" kern="1200" cap="none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❌ Confused by videos claiming to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     “Train an LLM in 1-Click”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8CF60-AE19-4CFF-B905-533CEAE200E6}"/>
              </a:ext>
            </a:extLst>
          </p:cNvPr>
          <p:cNvSpPr txBox="1"/>
          <p:nvPr/>
        </p:nvSpPr>
        <p:spPr>
          <a:xfrm>
            <a:off x="3927600" y="1769400"/>
            <a:ext cx="3886200" cy="1600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  <a:buNone/>
              <a:tabLst/>
            </a:pPr>
            <a:r>
              <a:rPr lang="zh-CN" sz="1400" b="0" i="0" u="none" strike="noStrike" kern="1200" cap="none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✅ Open-Source Only — No locked tools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  <a:buNone/>
              <a:tabLst/>
            </a:pPr>
            <a:r>
              <a:rPr lang="zh-CN" sz="1400" b="0" i="0" u="none" strike="noStrike" kern="1200" cap="none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✅ Clear explanations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  <a:buNone/>
              <a:tabLst/>
            </a:pPr>
            <a:r>
              <a:rPr lang="zh-CN" sz="1400" b="0" i="0" u="none" strike="noStrike" kern="1200" cap="none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✅ Real code you can run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474"/>
              </a:spcBef>
              <a:spcAft>
                <a:spcPts val="1276"/>
              </a:spcAft>
              <a:buNone/>
              <a:tabLst/>
            </a:pPr>
            <a:r>
              <a:rPr lang="zh-CN" sz="1400" b="0" i="0" u="none" strike="noStrike" kern="1200" cap="none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✅ Practical &amp; useful — from beginner to expert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FCE7D-756B-8BBA-AB89-7B27B83DA428}"/>
              </a:ext>
            </a:extLst>
          </p:cNvPr>
          <p:cNvSpPr txBox="1"/>
          <p:nvPr/>
        </p:nvSpPr>
        <p:spPr>
          <a:xfrm>
            <a:off x="457200" y="3801600"/>
            <a:ext cx="6858000" cy="717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FF3838"/>
                </a:solidFill>
              </a:defRPr>
            </a:pPr>
            <a:r>
              <a:rPr lang="en-US" sz="2600" b="0" i="0" u="none" strike="noStrike" kern="1200" cap="none">
                <a:ln>
                  <a:noFill/>
                </a:ln>
                <a:solidFill>
                  <a:srgbClr val="FF3838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If you want real AI skills — This is for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9061D-AD9D-4B86-C198-8AB17692AFB5}"/>
              </a:ext>
            </a:extLst>
          </p:cNvPr>
          <p:cNvSpPr txBox="1"/>
          <p:nvPr/>
        </p:nvSpPr>
        <p:spPr>
          <a:xfrm>
            <a:off x="120240" y="5258160"/>
            <a:ext cx="536616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1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F699F-EA6B-03EA-D9E6-93B6B21E7498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AAA3DA-04E3-90AF-B706-6F18A02A137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989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AC8C633-7350-DE21-9DCF-452A773418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24840"/>
            <a:ext cx="3909600" cy="1360080"/>
          </a:xfrm>
        </p:spPr>
        <p:txBody>
          <a:bodyPr vert="horz" anchorCtr="1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5400" b="1">
                <a:solidFill>
                  <a:srgbClr val="333333"/>
                </a:solidFill>
                <a:latin typeface="Liberation Sans" pitchFamily="34"/>
                <a:cs typeface="Noto Sans" pitchFamily="34"/>
              </a:rPr>
              <a:t>AI Decoded</a:t>
            </a:r>
            <a:br>
              <a:rPr lang="en-US" sz="6600">
                <a:solidFill>
                  <a:srgbClr val="333333"/>
                </a:solidFill>
                <a:latin typeface="Liberation Sans" pitchFamily="34"/>
                <a:cs typeface="Noto Sans" pitchFamily="34"/>
              </a:rPr>
            </a:br>
            <a:r>
              <a:rPr lang="en-US" sz="2200">
                <a:solidFill>
                  <a:srgbClr val="333333"/>
                </a:solidFill>
                <a:latin typeface="Liberation Sans" pitchFamily="34"/>
                <a:cs typeface="Noto Sans" pitchFamily="34"/>
              </a:rPr>
              <a:t>Learn AI the Right 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08220BA4-CEE9-8B7F-5D55-8B759DD93A26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999999"/>
              </a:gs>
              <a:gs pos="100000">
                <a:srgbClr val="333333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7656E7-B768-7FC9-82CC-C684F46084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227160"/>
            <a:ext cx="3909600" cy="1360080"/>
          </a:xfrm>
        </p:spPr>
        <p:txBody>
          <a:bodyPr vert="horz" anchorCtr="1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5400" b="1">
                <a:solidFill>
                  <a:srgbClr val="333333"/>
                </a:solidFill>
                <a:latin typeface="Liberation Sans" pitchFamily="34"/>
                <a:cs typeface="Noto Sans" pitchFamily="34"/>
              </a:rPr>
              <a:t>AI Decoded</a:t>
            </a:r>
            <a:br>
              <a:rPr lang="en-US" sz="6600">
                <a:solidFill>
                  <a:srgbClr val="333333"/>
                </a:solidFill>
                <a:latin typeface="Liberation Sans" pitchFamily="34"/>
                <a:cs typeface="Noto Sans" pitchFamily="34"/>
              </a:rPr>
            </a:br>
            <a:r>
              <a:rPr lang="en-US" sz="2100">
                <a:solidFill>
                  <a:srgbClr val="333333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98C23-A7C1-BD36-76E6-B8CF4790FBD4}"/>
              </a:ext>
            </a:extLst>
          </p:cNvPr>
          <p:cNvSpPr txBox="1"/>
          <p:nvPr/>
        </p:nvSpPr>
        <p:spPr>
          <a:xfrm>
            <a:off x="119880" y="525780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73C76-0EA7-4179-BF22-E6CF345E55BA}"/>
              </a:ext>
            </a:extLst>
          </p:cNvPr>
          <p:cNvSpPr txBox="1"/>
          <p:nvPr/>
        </p:nvSpPr>
        <p:spPr>
          <a:xfrm>
            <a:off x="119880" y="480060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C03C3-83FC-DBD8-0E5A-A361DF8DDDD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73600" y="5119920"/>
            <a:ext cx="519840" cy="5198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61F723E-31E2-D763-5FA6-9AF3ACC0FD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3657600" cy="1080000"/>
          </a:xfrm>
        </p:spPr>
        <p:txBody>
          <a:bodyPr vert="horz"/>
          <a:lstStyle/>
          <a:p>
            <a:pPr lvl="0" algn="l" rtl="0"/>
            <a:r>
              <a:rPr lang="en-US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0: Setup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7815C7-1647-AE8C-5424-592231CE51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738520"/>
            <a:ext cx="5583960" cy="1604880"/>
          </a:xfrm>
        </p:spPr>
        <p:txBody>
          <a:bodyPr vert="horz"/>
          <a:lstStyle/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IDE – Visual Studio Code</a:t>
            </a:r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Code Assistant – Continue.Dev</a:t>
            </a:r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GitHub Copilot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5FFDE7-574D-0F7C-E7A1-CECFB741AD3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B57D7A-1A0A-0C6C-106B-37F37154F54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 l="9488" t="17130" r="9102" b="21271"/>
          <a:stretch>
            <a:fillRect/>
          </a:stretch>
        </p:blipFill>
        <p:spPr>
          <a:xfrm>
            <a:off x="6172200" y="133200"/>
            <a:ext cx="357264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5BD13CB1-873E-6E60-CCF4-7B75A6BFD862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1415E-EB3F-0060-64B4-369EA56EEEC5}"/>
              </a:ext>
            </a:extLst>
          </p:cNvPr>
          <p:cNvSpPr txBox="1"/>
          <p:nvPr/>
        </p:nvSpPr>
        <p:spPr>
          <a:xfrm>
            <a:off x="119880" y="525780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7D032-F56A-A2A0-D456-6D2D0CC25707}"/>
              </a:ext>
            </a:extLst>
          </p:cNvPr>
          <p:cNvSpPr txBox="1"/>
          <p:nvPr/>
        </p:nvSpPr>
        <p:spPr>
          <a:xfrm>
            <a:off x="119880" y="480060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DDD47-F53C-6ED3-B97D-427CA2EE1C2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341600" y="5119920"/>
            <a:ext cx="519840" cy="5198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56A542C-D4FC-0BFA-DC04-8E9AE63E71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4343400" cy="1080000"/>
          </a:xfrm>
        </p:spPr>
        <p:txBody>
          <a:bodyPr vert="horz"/>
          <a:lstStyle/>
          <a:p>
            <a:pPr lvl="0" algn="l" rtl="0"/>
            <a:r>
              <a:rPr lang="en-US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1: Tokenization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9F42B1-BE4F-990E-25DF-291C1024B0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738520"/>
            <a:ext cx="5583960" cy="1604880"/>
          </a:xfrm>
        </p:spPr>
        <p:txBody>
          <a:bodyPr vert="horz"/>
          <a:lstStyle/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What is Tokenization?</a:t>
            </a:r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Using a modern Tokenizer</a:t>
            </a:r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Byte-Pair Encoding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60EDBB-1EDE-862F-9378-8815DEC61CD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CAC38E42-862D-E688-AC1A-66B00FE516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368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AI Decoded: LLM Basics</a:t>
            </a:r>
            <a:r>
              <a:rPr lang="en-US" sz="5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>
                <a:solidFill>
                  <a:srgbClr val="5983B0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100D0FCE-CD98-BC46-96E3-C6AD3091631C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E087C7-B210-70B9-5A91-A0C2F5E9D6E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4343400" cy="1080000"/>
          </a:xfrm>
        </p:spPr>
        <p:txBody>
          <a:bodyPr vert="horz"/>
          <a:lstStyle/>
          <a:p>
            <a:pPr lvl="0" algn="l" rtl="0"/>
            <a:r>
              <a:rPr lang="en-US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2: Embeddings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590AB-29E2-2F86-7A7E-1B820CFF030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738520"/>
            <a:ext cx="5583960" cy="1604880"/>
          </a:xfrm>
        </p:spPr>
        <p:txBody>
          <a:bodyPr vert="horz">
            <a:normAutofit fontScale="92500" lnSpcReduction="20000"/>
          </a:bodyPr>
          <a:lstStyle/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Why Embeddings?</a:t>
            </a:r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Cosine Similarity</a:t>
            </a:r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Learnable Embeddings</a:t>
            </a:r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Input vs. Contextual Embeddings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25EC0-0CF2-0A83-A009-0A81D6082F5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9F55FF9-780C-9630-41A3-B3CAAC6E35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332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AI Decoded: LLM Basics</a:t>
            </a:r>
            <a:r>
              <a:rPr lang="en-US" sz="5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>
                <a:solidFill>
                  <a:srgbClr val="5983B0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64115-831D-8AAD-A315-D6DAACA71BA9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DA544-2181-6149-CD1D-D56BC9BCF0F5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20C3FF-2F64-5BD6-BF33-850342DC80F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77AB6B2E-6C07-259A-0D0F-1CF0B6660F0E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EFA306-740D-2A0D-21B6-FAEB547DA4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5029200" cy="1080000"/>
          </a:xfrm>
        </p:spPr>
        <p:txBody>
          <a:bodyPr vert="horz"/>
          <a:lstStyle/>
          <a:p>
            <a:pPr lvl="0" algn="l" rtl="0"/>
            <a:r>
              <a:rPr lang="en-US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3: Self Attention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C0B35-BAC9-AC2E-50FE-67D6CF579B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738520"/>
            <a:ext cx="5583960" cy="1604880"/>
          </a:xfrm>
        </p:spPr>
        <p:txBody>
          <a:bodyPr vert="horz">
            <a:normAutofit fontScale="70000" lnSpcReduction="20000"/>
          </a:bodyPr>
          <a:lstStyle/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Positional Embeddings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Scaled Dot-Product Self-Attention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Multi-Head Attention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Transformer Block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4308A-11DE-57AC-5978-64917BBE3C6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BDF029-A31F-5046-CDE4-A57C72571D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332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AI Decoded: LLM Basics</a:t>
            </a:r>
            <a:r>
              <a:rPr lang="en-US" sz="5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>
                <a:solidFill>
                  <a:srgbClr val="5983B0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B7620-7CC0-27F9-0C6D-E9F21A0D5C55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99FDB-D80E-9CBC-1A05-4931E2481080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FC85B1-5039-1CCA-A5D7-1673C7E6E2A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05065C66-D329-B7B2-8EE2-96D370A2B059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437B4D-3E8D-6319-A348-A6CFF8D5E5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6400800" cy="108000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400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4: Transformer Decoder &amp; Sampling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FB460-324F-F4F0-E18B-181CEFD61A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738520"/>
            <a:ext cx="5583960" cy="1604880"/>
          </a:xfrm>
        </p:spPr>
        <p:txBody>
          <a:bodyPr vert="horz">
            <a:normAutofit fontScale="70000" lnSpcReduction="20000"/>
          </a:bodyPr>
          <a:lstStyle/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Encoder - Decoder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Causal Masking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Logits to Probabilities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6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Decoding &amp; Sampling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17DC5-531B-205F-24E7-F658733440C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3C8CA80-067F-BEE9-BA14-32FAE4C27D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332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AI Decoded: LLM Basics</a:t>
            </a:r>
            <a:r>
              <a:rPr lang="en-US" sz="5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>
                <a:solidFill>
                  <a:srgbClr val="5983B0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D64DE-87B5-CE02-A256-8EB6C17ECBD5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EADED-FD08-2BB8-E436-8765F11E800F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C410E8-DE3D-5BEC-9033-87DCCF3B265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C9BE26B7-8D0C-BBEB-2E9C-6948AA5891EF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CF7C4E-CA7C-CB36-553B-53645B4FE4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6400800" cy="108000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200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5: How LLMs Generate Text Efficiently?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811C5-CBBF-5797-B8A7-EE73A3BE49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810520"/>
            <a:ext cx="5943600" cy="1604880"/>
          </a:xfrm>
        </p:spPr>
        <p:txBody>
          <a:bodyPr vert="horz">
            <a:normAutofit fontScale="70000" lnSpcReduction="20000"/>
          </a:bodyPr>
          <a:lstStyle/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What is KV Cache?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Why naive generation is inefficient?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What Q, K, and V really do in attention?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How KV cache reduces compute &amp; latency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31411-8FD1-77AC-B3A9-A18881A26BD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FDAFFDA-A093-65B5-39E4-BF689F6374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332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AI Decoded: LLM Basics</a:t>
            </a:r>
            <a:r>
              <a:rPr lang="en-US" sz="5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>
                <a:solidFill>
                  <a:srgbClr val="5983B0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AFFFB-5B5B-BE5E-957D-8C38B51EFE76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5ED10-129D-D617-D2C5-9C1556FD7871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AEE8CB-D51D-155E-B3AA-53100CB1F28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17465A11-8C4C-7769-437B-E02B9D8D2FB1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7353CC-EE8A-3953-4263-1770A08A1E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6400800" cy="108000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800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6: Playing with Real LLMs (HF)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DF377-67BD-CF00-3320-6C2E9B25B1F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810520"/>
            <a:ext cx="5943600" cy="1604880"/>
          </a:xfrm>
        </p:spPr>
        <p:txBody>
          <a:bodyPr vert="horz">
            <a:normAutofit fontScale="70000" lnSpcReduction="20000"/>
          </a:bodyPr>
          <a:lstStyle/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Tokenization | Embeddings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Attention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Decoder + Sampling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KV Cache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28B19-F9A5-2111-DEBC-A8435F50BD9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DCFAA3-4B7D-7313-21CA-9DF0431486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332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AI Decoded: LLM Basics</a:t>
            </a:r>
            <a:r>
              <a:rPr lang="en-US" sz="5400" b="1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>
                <a:solidFill>
                  <a:srgbClr val="5983B0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5983B0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EAF0C-DB29-80CA-782A-D9FC79439C84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A274A-3C83-EEC5-2F35-362C66DD668F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1F6556-48E6-8052-424A-95AE3741DD0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8E600373-3770-E0A8-D410-236ACA1F5AA9}"/>
              </a:ext>
            </a:extLst>
          </p:cNvPr>
          <p:cNvSpPr/>
          <p:nvPr/>
        </p:nvSpPr>
        <p:spPr>
          <a:xfrm flipH="1" flipV="1">
            <a:off x="-2880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FFD7D7"/>
              </a:gs>
              <a:gs pos="100000">
                <a:srgbClr val="FF6D6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7FBB7B-EB06-A451-74A4-6C931F4CC66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404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FF5429"/>
                </a:solidFill>
                <a:latin typeface="Liberation Sans" pitchFamily="34"/>
                <a:cs typeface="Noto Sans" pitchFamily="34"/>
              </a:rPr>
              <a:t>AI Decoded: LLM Training</a:t>
            </a:r>
            <a:r>
              <a:rPr lang="en-US" sz="5400" b="1">
                <a:solidFill>
                  <a:srgbClr val="FF5429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>
                <a:solidFill>
                  <a:srgbClr val="FF5429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FF5429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9597E-4C9E-E038-1978-DECC228BB75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6400800" cy="108000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800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Reward Model: Training and Using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A3651-4EDF-CE90-E3E3-9F83968D9C7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810520"/>
            <a:ext cx="5943600" cy="1604880"/>
          </a:xfrm>
        </p:spPr>
        <p:txBody>
          <a:bodyPr vert="horz">
            <a:normAutofit fontScale="70000" lnSpcReduction="20000"/>
          </a:bodyPr>
          <a:lstStyle/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What is Reward Model (RM)?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Human Preference Data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Training an RM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Using an 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BDA62F-E224-3440-9DEB-4C0563565D0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9DF288-F4B6-F21E-E6B9-CF33377FF2FB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5EEE8-AA17-A6CE-9D3C-9F9F891AF43E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3C17FF-3062-CD0C-D85A-1B3888B116F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A8F250E-FAF4-FD4B-1A22-A1C324FF6687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FFD7D7"/>
              </a:gs>
              <a:gs pos="100000">
                <a:srgbClr val="FF6D6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33D11A-8221-2556-F31E-931869B388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404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FF5429"/>
                </a:solidFill>
                <a:latin typeface="Liberation Sans" pitchFamily="34"/>
                <a:cs typeface="Noto Sans" pitchFamily="34"/>
              </a:rPr>
              <a:t>AI Decoded: LLM Training</a:t>
            </a:r>
            <a:r>
              <a:rPr lang="en-US" sz="5400" b="1">
                <a:solidFill>
                  <a:srgbClr val="FF5429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>
                <a:solidFill>
                  <a:srgbClr val="FF5429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FF5429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15A06A-C27E-0FC5-376B-473E9E8F48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6400800" cy="108000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400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RLHF using GRPO with Multiple Rewards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7B5077-9579-8A09-6364-69B79A8DBE3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810520"/>
            <a:ext cx="5943600" cy="1604880"/>
          </a:xfrm>
        </p:spPr>
        <p:txBody>
          <a:bodyPr vert="horz">
            <a:normAutofit fontScale="70000" lnSpcReduction="20000"/>
          </a:bodyPr>
          <a:lstStyle/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What is RLHF?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What is GRPOTraining an RM?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Symbolic and Trained Reward Functions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2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Similar to DeepSeek RLHF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E68152-D5FC-B95C-629A-970548B5DB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D0C3FB-B17F-AE46-F34F-A71445D5BD64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FE3FEA-4D61-A0F2-0D42-FC1BBD15AD40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F929F4-48F8-1ACF-5591-0B30A57621E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C13FDD47-FA4B-BF35-B83E-9EF38CA69D1F}"/>
              </a:ext>
            </a:extLst>
          </p:cNvPr>
          <p:cNvSpPr/>
          <p:nvPr/>
        </p:nvSpPr>
        <p:spPr>
          <a:xfrm flipH="1" flipV="1">
            <a:off x="-2880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B7B3CA"/>
              </a:gs>
              <a:gs pos="100000">
                <a:srgbClr val="6B5E9B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823543-042C-2116-1825-BA9093889C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404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AI Decoded: Neuro-Symbolic AI</a:t>
            </a:r>
            <a:r>
              <a:rPr lang="en-US" sz="5400" b="1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>
                <a:solidFill>
                  <a:srgbClr val="6B5E9B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19ED4B-CA91-FB29-E233-2D7AB2BDD9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6400800" cy="108000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200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1: Neuro-Symbolic Reasoning with LLMs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F975A-3D93-195A-4762-7BE88D7D0D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810520"/>
            <a:ext cx="5943600" cy="1604880"/>
          </a:xfrm>
        </p:spPr>
        <p:txBody>
          <a:bodyPr vert="horz">
            <a:normAutofit fontScale="70000" lnSpcReduction="20000"/>
          </a:bodyPr>
          <a:lstStyle/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What is Neuro-Symbolic AI?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LLM + Rule Engine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LLM + Knowledge Graphs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Program-of-Thought (LLM + Python Code)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4F0DB-A679-0308-63FD-91662536384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A3584F-F173-505D-B26D-F11AE7169E7A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74538-67DC-5AF5-749F-F85337BD901C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B2A739-A0A1-801A-91DE-90CB8890309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BB5F684F-80AC-4BCC-AF34-5AE9AD19E565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B7B3CA"/>
              </a:gs>
              <a:gs pos="100000">
                <a:srgbClr val="6B5E9B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686022-3C33-339E-1A06-B1FA053D89B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404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AI Decoded: Neuro-Symbolic AI</a:t>
            </a:r>
            <a:r>
              <a:rPr lang="en-US" sz="54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 </a:t>
            </a:r>
            <a:br>
              <a:rPr lang="en-US" sz="6600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</a:br>
            <a:r>
              <a:rPr lang="en-US" sz="2400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88406E-B598-C873-A4A7-402C670EBE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6400800" cy="108000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600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2: Real LLM + Symbolic Planner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CDA99-ED05-8F34-AB22-8354E808987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810520"/>
            <a:ext cx="5943600" cy="1604880"/>
          </a:xfrm>
        </p:spPr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Build a Smart Home Chores Application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Local Huggingface LLM + Planner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Pyperplan as Symbolic Planner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8C666-BCDB-51E7-0514-2D928686BA7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F294E5-A737-E076-66AF-CF6B31DBB1F4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9FA4A-E319-0DDA-C837-2ACFEB14F8F4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26996E-A4B9-B660-D0C9-623F5D4A7EA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F642C-0B77-4851-2D3E-063D08FD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43D16A8B-10E3-50F4-1A7B-20F18A8A4950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B7B3CA"/>
              </a:gs>
              <a:gs pos="100000">
                <a:srgbClr val="6B5E9B"/>
              </a:gs>
            </a:gsLst>
            <a:lin ang="3780000"/>
          </a:gradFill>
          <a:ln>
            <a:noFill/>
            <a:prstDash val="solid"/>
          </a:ln>
          <a:effectLst/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B5FC84-09A9-49D4-2F9F-6D4EECFE0B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403609"/>
            <a:ext cx="8938800" cy="1477328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8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Symbolic AI Concepts </a:t>
            </a:r>
            <a:br>
              <a:rPr lang="en-US" sz="48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</a:br>
            <a:r>
              <a:rPr lang="en-US" sz="48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Part 1</a:t>
            </a:r>
            <a:endParaRPr lang="en-US" sz="2800" dirty="0">
              <a:solidFill>
                <a:srgbClr val="6B5E9B"/>
              </a:solidFill>
              <a:latin typeface="Liberation Sans" pitchFamily="34"/>
              <a:cs typeface="Noto Sans" pitchFamily="34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3A4E0-0E94-F70E-58D2-37B8253320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3800" y="1984169"/>
            <a:ext cx="5943600" cy="2195306"/>
          </a:xfrm>
        </p:spPr>
        <p:txBody>
          <a:bodyPr vert="horz">
            <a:normAutofit fontScale="92500" lnSpcReduction="10000"/>
          </a:bodyPr>
          <a:lstStyle/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Propositional Logic</a:t>
            </a:r>
          </a:p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First-Order Logic</a:t>
            </a:r>
          </a:p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Horn Clauses </a:t>
            </a:r>
          </a:p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Rule-based reasoning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733DA-48DC-36FB-9542-4125171FBF0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BCD4CD-A711-E3E1-E47F-27B7B5691FC1}"/>
              </a:ext>
            </a:extLst>
          </p:cNvPr>
          <p:cNvSpPr txBox="1"/>
          <p:nvPr/>
        </p:nvSpPr>
        <p:spPr>
          <a:xfrm>
            <a:off x="1986120" y="4852082"/>
            <a:ext cx="3800880" cy="55998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Asim Munawar</a:t>
            </a:r>
          </a:p>
        </p:txBody>
      </p:sp>
    </p:spTree>
    <p:extLst>
      <p:ext uri="{BB962C8B-B14F-4D97-AF65-F5344CB8AC3E}">
        <p14:creationId xmlns:p14="http://schemas.microsoft.com/office/powerpoint/2010/main" val="4130633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B03E-5856-4F68-DB63-F11B4194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F0C37880-C4F6-5E1C-E51D-CCA1C6EB7AE8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B7B3CA"/>
              </a:gs>
              <a:gs pos="100000">
                <a:srgbClr val="6B5E9B"/>
              </a:gs>
            </a:gsLst>
            <a:lin ang="3780000"/>
          </a:gradFill>
          <a:ln>
            <a:noFill/>
            <a:prstDash val="solid"/>
          </a:ln>
          <a:effectLst/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AE855C-2354-4D3F-B9B3-C36A6AD060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403609"/>
            <a:ext cx="8938800" cy="1477328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8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Symbolic AI Concepts </a:t>
            </a:r>
            <a:br>
              <a:rPr lang="en-US" sz="48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</a:br>
            <a:r>
              <a:rPr lang="en-US" sz="48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Part 2</a:t>
            </a:r>
            <a:endParaRPr lang="en-US" sz="2800" dirty="0">
              <a:solidFill>
                <a:srgbClr val="6B5E9B"/>
              </a:solidFill>
              <a:latin typeface="Liberation Sans" pitchFamily="34"/>
              <a:cs typeface="Noto Sans" pitchFamily="34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59C4C-D97B-CE15-5F38-361D1890F9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3800" y="2208612"/>
            <a:ext cx="5943600" cy="1939438"/>
          </a:xfrm>
        </p:spPr>
        <p:txBody>
          <a:bodyPr vert="horz">
            <a:normAutofit fontScale="92500"/>
          </a:bodyPr>
          <a:lstStyle/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Logic programming intuition </a:t>
            </a:r>
          </a:p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Forward Chaining</a:t>
            </a:r>
          </a:p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Backward chaining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4F819E-8DAD-A703-8BA9-5E67266AD6D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D1350E-5D71-6768-75A8-6CF78F5F1341}"/>
              </a:ext>
            </a:extLst>
          </p:cNvPr>
          <p:cNvSpPr txBox="1"/>
          <p:nvPr/>
        </p:nvSpPr>
        <p:spPr>
          <a:xfrm>
            <a:off x="1986120" y="4852082"/>
            <a:ext cx="3800880" cy="55998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Asim Munawar</a:t>
            </a:r>
          </a:p>
        </p:txBody>
      </p:sp>
    </p:spTree>
    <p:extLst>
      <p:ext uri="{BB962C8B-B14F-4D97-AF65-F5344CB8AC3E}">
        <p14:creationId xmlns:p14="http://schemas.microsoft.com/office/powerpoint/2010/main" val="3260312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86BF8-AF54-11A6-7297-C8B3764E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B737CCF7-0FBF-43F1-BF27-0FE8773793AE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B7B3CA"/>
              </a:gs>
              <a:gs pos="100000">
                <a:srgbClr val="6B5E9B"/>
              </a:gs>
            </a:gsLst>
            <a:lin ang="3780000"/>
          </a:gradFill>
          <a:ln>
            <a:noFill/>
            <a:prstDash val="solid"/>
          </a:ln>
          <a:effectLst/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E64CF4-7188-62CD-0FBB-69A7349823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403609"/>
            <a:ext cx="8938800" cy="1477328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8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Symbolic AI Concepts </a:t>
            </a:r>
            <a:br>
              <a:rPr lang="en-US" sz="48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</a:br>
            <a:r>
              <a:rPr lang="en-US" sz="4800" b="1" dirty="0">
                <a:solidFill>
                  <a:srgbClr val="6B5E9B"/>
                </a:solidFill>
                <a:latin typeface="Liberation Sans" pitchFamily="34"/>
                <a:cs typeface="Noto Sans" pitchFamily="34"/>
              </a:rPr>
              <a:t>Part 3</a:t>
            </a:r>
            <a:endParaRPr lang="en-US" sz="2800" dirty="0">
              <a:solidFill>
                <a:srgbClr val="6B5E9B"/>
              </a:solidFill>
              <a:latin typeface="Liberation Sans" pitchFamily="34"/>
              <a:cs typeface="Noto Sans" pitchFamily="34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7BFA4-9EB3-77AD-8E1D-2EBACA0F042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33799" y="2044932"/>
            <a:ext cx="6457451" cy="2796089"/>
          </a:xfrm>
        </p:spPr>
        <p:txBody>
          <a:bodyPr vert="horz">
            <a:normAutofit/>
          </a:bodyPr>
          <a:lstStyle/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Knowledge representation</a:t>
            </a:r>
          </a:p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Closed‑world vs open‑world assumptions</a:t>
            </a:r>
          </a:p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Knowledge graphs &amp; ontologies</a:t>
            </a:r>
          </a:p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CSPs, SAT &amp; SMT</a:t>
            </a:r>
          </a:p>
          <a:p>
            <a:pPr marL="457200" lvl="0" indent="-457200" rtl="0">
              <a:lnSpc>
                <a:spcPct val="12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System Font Regular"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itchFamily="34"/>
                <a:cs typeface="Noto Sans" pitchFamily="34"/>
              </a:rPr>
              <a:t>Determinism, soundness, completeness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18373-4DD8-E6D7-B7B8-9658FE17EE1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243042-74B9-5818-30B3-E2B469C6C4CF}"/>
              </a:ext>
            </a:extLst>
          </p:cNvPr>
          <p:cNvSpPr txBox="1"/>
          <p:nvPr/>
        </p:nvSpPr>
        <p:spPr>
          <a:xfrm>
            <a:off x="1986120" y="4852082"/>
            <a:ext cx="3800880" cy="55998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Asim Munawar</a:t>
            </a:r>
          </a:p>
        </p:txBody>
      </p:sp>
    </p:spTree>
    <p:extLst>
      <p:ext uri="{BB962C8B-B14F-4D97-AF65-F5344CB8AC3E}">
        <p14:creationId xmlns:p14="http://schemas.microsoft.com/office/powerpoint/2010/main" val="3780011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70FF4A1B-3121-CB38-CB70-41DEAAD09DCF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B3CAC7"/>
              </a:gs>
              <a:gs pos="100000">
                <a:srgbClr val="50938A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438A53-FEB1-E301-CA2D-6FCA9F7570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404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AI Decoded: Agents</a:t>
            </a:r>
            <a:br>
              <a:rPr lang="en-US" sz="6600">
                <a:solidFill>
                  <a:srgbClr val="50938A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459B2E-0C6A-2B35-AA28-9694B2C9B27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6400800" cy="108000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600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1: Tools + LLM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0CBDA-56BF-0140-B859-504A15DC7A8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810520"/>
            <a:ext cx="5943600" cy="1604880"/>
          </a:xfrm>
        </p:spPr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How to use tools with LLMs?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Running local LLM with Ollama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Prereq for building Agents with LangChain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698AB7-F504-C16A-9763-193347785B6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F6C805-B68C-0949-1C78-573C1372615B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17BDD-C9E7-D039-C819-7CCF779C7C0A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A58AA8-C2B2-523F-04E6-346D66D43D5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760D03A8-A2ED-30ED-5B54-AB2C1F271073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B3CAC7"/>
              </a:gs>
              <a:gs pos="100000">
                <a:srgbClr val="50938A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D9234B-FD52-978F-C0F6-4B62B1D0611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-14040"/>
            <a:ext cx="8938800" cy="184284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AI Decoded: Agents</a:t>
            </a:r>
            <a:br>
              <a:rPr lang="en-US" sz="6600">
                <a:solidFill>
                  <a:srgbClr val="50938A"/>
                </a:solidFill>
                <a:latin typeface="Liberation Sans" pitchFamily="34"/>
                <a:cs typeface="Noto Sans" pitchFamily="34"/>
              </a:rPr>
            </a:br>
            <a:r>
              <a:rPr lang="en-US" sz="2400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Powered entirely by open-source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026772-40D0-7552-A2CB-657802AA28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828800"/>
            <a:ext cx="6400800" cy="1080000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600" b="1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Unit 2: MCP Server &amp; Client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DADA4-ADFB-B270-8CE9-3676B13F187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85800" y="2810520"/>
            <a:ext cx="5943600" cy="1604880"/>
          </a:xfrm>
        </p:spPr>
        <p:txBody>
          <a:bodyPr vert="horz">
            <a:normAutofit fontScale="70000" lnSpcReduction="20000"/>
          </a:bodyPr>
          <a:lstStyle/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What is Model Context Protocol?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MCP Server with Different Transport Layers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An MCP Client</a:t>
            </a:r>
          </a:p>
          <a:p>
            <a:pPr lvl="0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10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Tool use the MCP way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9872C-2D9B-7210-5673-A700CAB3756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000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38436A-8095-0BD8-5313-B37BAFD71582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AEAE1-18B2-DA7F-4890-56C8F14EC406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85FC9D-4FEB-65C2-0543-7D4E2E9F690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77919-31DC-CF30-D415-4A98C16F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5C2F717-EAF3-BB22-CA32-6F34601A185C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B3CAC7"/>
              </a:gs>
              <a:gs pos="100000">
                <a:srgbClr val="50938A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 dirty="0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86223F-BBF9-2FBB-7C57-3FA366B94F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165815"/>
            <a:ext cx="8938800" cy="1107996"/>
          </a:xfrm>
        </p:spPr>
        <p:txBody>
          <a:bodyPr vert="horz"/>
          <a:lstStyle/>
          <a:p>
            <a:pPr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Build a Free Web Search Agent</a:t>
            </a:r>
            <a:br>
              <a:rPr lang="en-US" sz="6600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</a:br>
            <a:r>
              <a:rPr lang="en-US" sz="2800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Powered by Open-Source</a:t>
            </a:r>
            <a:endParaRPr lang="en-US" sz="2400" dirty="0">
              <a:solidFill>
                <a:srgbClr val="50938A"/>
              </a:solidFill>
              <a:latin typeface="Liberation Sans" pitchFamily="34"/>
              <a:cs typeface="Noto Sans" pitchFamily="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078916-1323-F126-5C0B-C9559F524F0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665526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D84ADF-A28A-52FA-DF10-1F796176680D}"/>
              </a:ext>
            </a:extLst>
          </p:cNvPr>
          <p:cNvSpPr txBox="1"/>
          <p:nvPr/>
        </p:nvSpPr>
        <p:spPr>
          <a:xfrm>
            <a:off x="107571" y="4914887"/>
            <a:ext cx="541627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08CF03-305E-4427-DA3A-E6C4AF64C78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523841" y="4894505"/>
            <a:ext cx="519840" cy="51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group of icons with text&#10;&#10;AI-generated content may be incorrect.">
            <a:extLst>
              <a:ext uri="{FF2B5EF4-FFF2-40B4-BE49-F238E27FC236}">
                <a16:creationId xmlns:a16="http://schemas.microsoft.com/office/drawing/2014/main" id="{03ACD940-9070-EE7A-BD9F-FB635CC54AA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36815" t="30014" r="40940" b="38693"/>
          <a:stretch>
            <a:fillRect/>
          </a:stretch>
        </p:blipFill>
        <p:spPr>
          <a:xfrm>
            <a:off x="844322" y="2989160"/>
            <a:ext cx="1571875" cy="1474120"/>
          </a:xfrm>
          <a:prstGeom prst="rect">
            <a:avLst/>
          </a:prstGeom>
        </p:spPr>
      </p:pic>
      <p:pic>
        <p:nvPicPr>
          <p:cNvPr id="12" name="Picture 11" descr="A group of icons with text&#10;&#10;AI-generated content may be incorrect.">
            <a:extLst>
              <a:ext uri="{FF2B5EF4-FFF2-40B4-BE49-F238E27FC236}">
                <a16:creationId xmlns:a16="http://schemas.microsoft.com/office/drawing/2014/main" id="{2ACFFE25-165D-3510-ED25-EE2404C1D8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206" t="31104" r="6185" b="37603"/>
          <a:stretch>
            <a:fillRect/>
          </a:stretch>
        </p:blipFill>
        <p:spPr>
          <a:xfrm>
            <a:off x="2841562" y="1575355"/>
            <a:ext cx="2021599" cy="1474119"/>
          </a:xfrm>
          <a:prstGeom prst="rect">
            <a:avLst/>
          </a:prstGeom>
        </p:spPr>
      </p:pic>
      <p:pic>
        <p:nvPicPr>
          <p:cNvPr id="13" name="Picture 12" descr="A group of icons with text&#10;&#10;AI-generated content may be incorrect.">
            <a:extLst>
              <a:ext uri="{FF2B5EF4-FFF2-40B4-BE49-F238E27FC236}">
                <a16:creationId xmlns:a16="http://schemas.microsoft.com/office/drawing/2014/main" id="{F673B684-2364-4BA6-02F3-1CEF482148D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545" t="29851" r="69938" b="38856"/>
          <a:stretch>
            <a:fillRect/>
          </a:stretch>
        </p:blipFill>
        <p:spPr>
          <a:xfrm>
            <a:off x="794910" y="1503335"/>
            <a:ext cx="1661719" cy="1474118"/>
          </a:xfrm>
          <a:prstGeom prst="rect">
            <a:avLst/>
          </a:prstGeom>
        </p:spPr>
      </p:pic>
      <p:pic>
        <p:nvPicPr>
          <p:cNvPr id="14" name="Picture 13" descr="A logo of a computer program&#10;&#10;AI-generated content may be incorrect.">
            <a:extLst>
              <a:ext uri="{FF2B5EF4-FFF2-40B4-BE49-F238E27FC236}">
                <a16:creationId xmlns:a16="http://schemas.microsoft.com/office/drawing/2014/main" id="{AD9EE8FC-72A7-06AA-D232-C004E44506D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b="15053"/>
          <a:stretch>
            <a:fillRect/>
          </a:stretch>
        </p:blipFill>
        <p:spPr>
          <a:xfrm>
            <a:off x="5267239" y="1490830"/>
            <a:ext cx="1916151" cy="17303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28D538-C26D-CA3C-9B7E-A24D71178F31}"/>
              </a:ext>
            </a:extLst>
          </p:cNvPr>
          <p:cNvSpPr txBox="1"/>
          <p:nvPr/>
        </p:nvSpPr>
        <p:spPr>
          <a:xfrm>
            <a:off x="2720804" y="3069024"/>
            <a:ext cx="2263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Liberation Sans" pitchFamily="34"/>
                <a:cs typeface="Noto Sans" pitchFamily="34"/>
              </a:rPr>
              <a:t>Runs Locally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E009AD-D77A-6D2E-EBCE-497080A3CFED}"/>
              </a:ext>
            </a:extLst>
          </p:cNvPr>
          <p:cNvSpPr txBox="1"/>
          <p:nvPr/>
        </p:nvSpPr>
        <p:spPr>
          <a:xfrm>
            <a:off x="5038725" y="3069024"/>
            <a:ext cx="2478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Liberation Sans" pitchFamily="34"/>
                <a:cs typeface="Noto Sans" pitchFamily="34"/>
              </a:rPr>
              <a:t>Simple Code</a:t>
            </a:r>
          </a:p>
        </p:txBody>
      </p:sp>
    </p:spTree>
    <p:extLst>
      <p:ext uri="{BB962C8B-B14F-4D97-AF65-F5344CB8AC3E}">
        <p14:creationId xmlns:p14="http://schemas.microsoft.com/office/powerpoint/2010/main" val="3878641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4C3A8-8658-EEA8-FDCC-CC307A45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91B1F3EB-E177-00AB-0619-E72DFC67166D}"/>
              </a:ext>
            </a:extLst>
          </p:cNvPr>
          <p:cNvSpPr/>
          <p:nvPr/>
        </p:nvSpPr>
        <p:spPr>
          <a:xfrm flipH="1" flipV="1">
            <a:off x="-3239" y="4499280"/>
            <a:ext cx="1007676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B3CAC7"/>
              </a:gs>
              <a:gs pos="100000">
                <a:srgbClr val="50938A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526B6-36C7-1AFC-6CFC-6DBCEF8C0A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3800" y="353383"/>
            <a:ext cx="8938800" cy="1107996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Build a Web </a:t>
            </a:r>
            <a:r>
              <a:rPr lang="en-US" sz="4400" b="1" dirty="0">
                <a:solidFill>
                  <a:srgbClr val="386761"/>
                </a:solidFill>
                <a:latin typeface="Liberation Sans" pitchFamily="34"/>
                <a:cs typeface="Noto Sans" pitchFamily="34"/>
              </a:rPr>
              <a:t>Agent</a:t>
            </a:r>
            <a:br>
              <a:rPr lang="en-US" sz="6600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</a:br>
            <a:r>
              <a:rPr lang="en-US" sz="2800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Powered entirely by open-source</a:t>
            </a:r>
            <a:endParaRPr lang="en-US" sz="2400" dirty="0">
              <a:solidFill>
                <a:srgbClr val="50938A"/>
              </a:solidFill>
              <a:latin typeface="Liberation Sans" pitchFamily="34"/>
              <a:cs typeface="Noto Sans" pitchFamily="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1E91E-08FF-CA04-E2B6-B764AB08306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64113" y="1599883"/>
            <a:ext cx="428976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13916-CC09-DB2F-A4FB-1D23E9B315E1}"/>
              </a:ext>
            </a:extLst>
          </p:cNvPr>
          <p:cNvSpPr txBox="1"/>
          <p:nvPr/>
        </p:nvSpPr>
        <p:spPr>
          <a:xfrm>
            <a:off x="120240" y="525816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D0F30-2295-A0F5-0656-68AAE57D8B02}"/>
              </a:ext>
            </a:extLst>
          </p:cNvPr>
          <p:cNvSpPr txBox="1"/>
          <p:nvPr/>
        </p:nvSpPr>
        <p:spPr>
          <a:xfrm>
            <a:off x="120240" y="4800960"/>
            <a:ext cx="380088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2026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2BE71F-AC8F-783A-8432-5E884C5B6A9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1960" y="5120280"/>
            <a:ext cx="519840" cy="51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A group of icons with text&#10;&#10;AI-generated content may be incorrect.">
            <a:extLst>
              <a:ext uri="{FF2B5EF4-FFF2-40B4-BE49-F238E27FC236}">
                <a16:creationId xmlns:a16="http://schemas.microsoft.com/office/drawing/2014/main" id="{5F3E3B9A-E818-446F-2791-CBA4FCB1EF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815" t="30014" r="40940" b="32272"/>
          <a:stretch>
            <a:fillRect/>
          </a:stretch>
        </p:blipFill>
        <p:spPr>
          <a:xfrm>
            <a:off x="2872898" y="2181737"/>
            <a:ext cx="1728982" cy="1954177"/>
          </a:xfrm>
          <a:prstGeom prst="rect">
            <a:avLst/>
          </a:prstGeom>
        </p:spPr>
      </p:pic>
      <p:pic>
        <p:nvPicPr>
          <p:cNvPr id="23" name="Picture 22" descr="A group of icons with text&#10;&#10;AI-generated content may be incorrect.">
            <a:extLst>
              <a:ext uri="{FF2B5EF4-FFF2-40B4-BE49-F238E27FC236}">
                <a16:creationId xmlns:a16="http://schemas.microsoft.com/office/drawing/2014/main" id="{4AE9B030-C644-A489-6A68-7C7DB0BABC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206" t="31104" r="6185" b="31396"/>
          <a:stretch>
            <a:fillRect/>
          </a:stretch>
        </p:blipFill>
        <p:spPr>
          <a:xfrm>
            <a:off x="5035141" y="2192814"/>
            <a:ext cx="2223655" cy="1943100"/>
          </a:xfrm>
          <a:prstGeom prst="rect">
            <a:avLst/>
          </a:prstGeom>
        </p:spPr>
      </p:pic>
      <p:pic>
        <p:nvPicPr>
          <p:cNvPr id="24" name="Picture 23" descr="A group of icons with text&#10;&#10;AI-generated content may be incorrect.">
            <a:extLst>
              <a:ext uri="{FF2B5EF4-FFF2-40B4-BE49-F238E27FC236}">
                <a16:creationId xmlns:a16="http://schemas.microsoft.com/office/drawing/2014/main" id="{47D1AA7D-87CC-F255-026D-FE1D3B0C29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45" t="29851" r="69938" b="31597"/>
          <a:stretch>
            <a:fillRect/>
          </a:stretch>
        </p:blipFill>
        <p:spPr>
          <a:xfrm>
            <a:off x="484388" y="2192814"/>
            <a:ext cx="1827806" cy="1997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0BF86-5441-5150-FF03-D034B4657B0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076018" y="-119275"/>
            <a:ext cx="3779309" cy="566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23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C2C41-2A91-83E9-E611-B155FCF4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2CB7443-480B-2165-9904-88D3FA9DDF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66" t="38662" r="5244" b="6052"/>
          <a:stretch>
            <a:fillRect/>
          </a:stretch>
        </p:blipFill>
        <p:spPr>
          <a:xfrm>
            <a:off x="531158" y="2065438"/>
            <a:ext cx="6714565" cy="286470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DC680F3-8F62-9777-4F62-7324A017D68F}"/>
              </a:ext>
            </a:extLst>
          </p:cNvPr>
          <p:cNvSpPr/>
          <p:nvPr/>
        </p:nvSpPr>
        <p:spPr>
          <a:xfrm>
            <a:off x="0" y="5114965"/>
            <a:ext cx="10077450" cy="5539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olid"/>
          </a:ln>
          <a:effectLst/>
        </p:spPr>
        <p:txBody>
          <a:bodyPr wrap="none" lIns="90000" tIns="45000" rIns="90000" bIns="45000" anchor="ctr" anchorCtr="0" compatLnSpc="0">
            <a:noAutofit/>
          </a:bodyPr>
          <a:lstStyle/>
          <a:p>
            <a:pPr hangingPunct="0"/>
            <a:endParaRPr lang="en-US">
              <a:solidFill>
                <a:schemeClr val="tx1"/>
              </a:solidFill>
              <a:latin typeface="Liberation Sans" pitchFamily="34"/>
              <a:cs typeface="Noto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8D85E5-3570-A6AD-3103-3FE85C939BE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10330" y="925165"/>
            <a:ext cx="8939858" cy="615553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Liberation Sans" pitchFamily="34"/>
                <a:cs typeface="Noto Sans" pitchFamily="34"/>
              </a:rPr>
              <a:t>LLM Inference: The Real Bottleneck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Liberation Sans" pitchFamily="34"/>
              <a:cs typeface="Noto Sans" pitchFamily="3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370304-3AE9-8BB4-0F3F-BB79B782AF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10330" y="323426"/>
            <a:ext cx="6520932" cy="553998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3600" dirty="0">
                <a:solidFill>
                  <a:srgbClr val="808080"/>
                </a:solidFill>
                <a:latin typeface="Liberation Sans" pitchFamily="34"/>
                <a:cs typeface="Noto Sans" pitchFamily="34"/>
              </a:rPr>
              <a:t>Blog Walkthrough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5E577-759B-F8F2-F695-EBD2724D574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531073" y="1636200"/>
            <a:ext cx="4289760" cy="4069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907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27EB-E56D-A174-1943-09E1BE1FC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F5F85A-A307-3B16-6E62-AD16565DBAA6}"/>
              </a:ext>
            </a:extLst>
          </p:cNvPr>
          <p:cNvSpPr/>
          <p:nvPr/>
        </p:nvSpPr>
        <p:spPr>
          <a:xfrm>
            <a:off x="11349" y="331249"/>
            <a:ext cx="10077450" cy="12134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  <a:prstDash val="solid"/>
          </a:ln>
          <a:effectLst/>
        </p:spPr>
        <p:txBody>
          <a:bodyPr wrap="none" lIns="90000" tIns="45000" rIns="90000" bIns="45000" anchor="ctr" anchorCtr="0" compatLnSpc="0">
            <a:noAutofit/>
          </a:bodyPr>
          <a:lstStyle/>
          <a:p>
            <a:pPr hangingPunct="0"/>
            <a:endParaRPr lang="en-US">
              <a:solidFill>
                <a:schemeClr val="tx1"/>
              </a:solidFill>
              <a:latin typeface="Liberation Sans" pitchFamily="34"/>
              <a:cs typeface="Noto Sans" pitchFamily="34"/>
            </a:endParaRPr>
          </a:p>
        </p:txBody>
      </p:sp>
      <p:pic>
        <p:nvPicPr>
          <p:cNvPr id="5" name="Picture 4" descr="A screenshot of a document&#10;&#10;AI-generated content may be incorrect.">
            <a:extLst>
              <a:ext uri="{FF2B5EF4-FFF2-40B4-BE49-F238E27FC236}">
                <a16:creationId xmlns:a16="http://schemas.microsoft.com/office/drawing/2014/main" id="{B765B8ED-9AB2-0F76-D40D-B78776D9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467" y="0"/>
            <a:ext cx="5317725" cy="56737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3C7D09F-4C4F-0BB4-A6E5-476F1B4A629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98991" y="269695"/>
            <a:ext cx="3225066" cy="1231106"/>
          </a:xfrm>
        </p:spPr>
        <p:txBody>
          <a:bodyPr vert="horz"/>
          <a:lstStyle/>
          <a:p>
            <a:pPr lvl="0" algn="r" rtl="0">
              <a:spcBef>
                <a:spcPts val="1191"/>
              </a:spcBef>
              <a:spcAft>
                <a:spcPts val="992"/>
              </a:spcAft>
            </a:pPr>
            <a:r>
              <a:rPr lang="en-US" sz="4000" dirty="0">
                <a:solidFill>
                  <a:schemeClr val="bg1"/>
                </a:solidFill>
              </a:rPr>
              <a:t>Paper Walkthrough</a:t>
            </a:r>
            <a:endParaRPr lang="en-US" sz="4000" dirty="0">
              <a:solidFill>
                <a:schemeClr val="bg1"/>
              </a:solidFill>
              <a:latin typeface="Liberation Sans" pitchFamily="34"/>
              <a:cs typeface="Noto Sans" pitchFamily="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E1CE19-388C-274B-AA95-7A4E3D48881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-133715" y="2310098"/>
            <a:ext cx="4289760" cy="4069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264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21AF-A95D-1D95-EC87-53AE4F3C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ulti-turn task&#10;&#10;AI-generated content may be incorrect.">
            <a:extLst>
              <a:ext uri="{FF2B5EF4-FFF2-40B4-BE49-F238E27FC236}">
                <a16:creationId xmlns:a16="http://schemas.microsoft.com/office/drawing/2014/main" id="{65BCEA33-F1EC-38D0-45D4-11626407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30" y="455537"/>
            <a:ext cx="9851589" cy="30234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B47CF06-BDA3-5773-60CA-D9FE781A2678}"/>
              </a:ext>
            </a:extLst>
          </p:cNvPr>
          <p:cNvSpPr/>
          <p:nvPr/>
        </p:nvSpPr>
        <p:spPr>
          <a:xfrm>
            <a:off x="-1" y="3910910"/>
            <a:ext cx="10077450" cy="12134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  <a:prstDash val="solid"/>
          </a:ln>
          <a:effectLst/>
        </p:spPr>
        <p:txBody>
          <a:bodyPr wrap="none" lIns="90000" tIns="45000" rIns="90000" bIns="45000" anchor="ctr" anchorCtr="0" compatLnSpc="0">
            <a:noAutofit/>
          </a:bodyPr>
          <a:lstStyle/>
          <a:p>
            <a:pPr hangingPunct="0"/>
            <a:endParaRPr lang="en-US">
              <a:solidFill>
                <a:schemeClr val="tx1"/>
              </a:solidFill>
              <a:latin typeface="Liberation Sans" pitchFamily="34"/>
              <a:cs typeface="Noto Sans" pitchFamily="3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E3C8B8-26D3-DA2F-193E-0F96D4BED3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248574" y="3954824"/>
            <a:ext cx="3225066" cy="1107996"/>
          </a:xfrm>
        </p:spPr>
        <p:txBody>
          <a:bodyPr vert="horz"/>
          <a:lstStyle/>
          <a:p>
            <a:pPr lvl="0" algn="r" rtl="0">
              <a:spcBef>
                <a:spcPts val="1191"/>
              </a:spcBef>
              <a:spcAft>
                <a:spcPts val="992"/>
              </a:spcAft>
            </a:pPr>
            <a:r>
              <a:rPr lang="en-US" sz="3600" dirty="0">
                <a:solidFill>
                  <a:schemeClr val="bg1"/>
                </a:solidFill>
              </a:rPr>
              <a:t>Paper Walkthrough</a:t>
            </a:r>
            <a:endParaRPr lang="en-US" sz="3600" dirty="0">
              <a:solidFill>
                <a:schemeClr val="bg1"/>
              </a:solidFill>
              <a:latin typeface="Liberation Sans" pitchFamily="34"/>
              <a:cs typeface="Noto Sans" pitchFamily="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19B7D0-2D2C-72CE-4BC9-61FC5CA23B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702641" y="2454060"/>
            <a:ext cx="3501568" cy="332143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9803AB-E246-D62C-4931-4E314EE94248}"/>
              </a:ext>
            </a:extLst>
          </p:cNvPr>
          <p:cNvSpPr txBox="1"/>
          <p:nvPr/>
        </p:nvSpPr>
        <p:spPr>
          <a:xfrm>
            <a:off x="3306932" y="4166365"/>
            <a:ext cx="36886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dirty="0">
                <a:solidFill>
                  <a:schemeClr val="bg2">
                    <a:lumMod val="50000"/>
                  </a:schemeClr>
                </a:solidFill>
                <a:effectLst/>
                <a:latin typeface="Helvetica" pitchFamily="2" charset="0"/>
              </a:rPr>
              <a:t>ToolOrchestra</a:t>
            </a:r>
          </a:p>
        </p:txBody>
      </p:sp>
    </p:spTree>
    <p:extLst>
      <p:ext uri="{BB962C8B-B14F-4D97-AF65-F5344CB8AC3E}">
        <p14:creationId xmlns:p14="http://schemas.microsoft.com/office/powerpoint/2010/main" val="1289586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2194B5-F459-E60C-483F-A190B68232A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000851" y="1154406"/>
            <a:ext cx="4289760" cy="406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C3CD2A-E87A-4FB1-53FE-8A1518DE0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1355820"/>
            <a:ext cx="3386550" cy="3386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4496-1972-B3BE-1B53-47571B05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A8AEC4-F657-2A28-AAB8-AD8E4B4556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36175" y="353383"/>
            <a:ext cx="8938800" cy="1107996"/>
          </a:xfrm>
        </p:spPr>
        <p:txBody>
          <a:bodyPr vert="horz"/>
          <a:lstStyle/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4400" b="1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Build a Web </a:t>
            </a:r>
            <a:r>
              <a:rPr lang="en-US" sz="4400" b="1" dirty="0">
                <a:solidFill>
                  <a:srgbClr val="386761"/>
                </a:solidFill>
                <a:latin typeface="Liberation Sans" pitchFamily="34"/>
                <a:cs typeface="Noto Sans" pitchFamily="34"/>
              </a:rPr>
              <a:t>Agent</a:t>
            </a:r>
            <a:br>
              <a:rPr lang="en-US" sz="6600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</a:br>
            <a:r>
              <a:rPr lang="en-US" sz="2800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Powered entirely by open-source</a:t>
            </a:r>
            <a:endParaRPr lang="en-US" sz="2400" dirty="0">
              <a:solidFill>
                <a:srgbClr val="50938A"/>
              </a:solidFill>
              <a:latin typeface="Liberation Sans" pitchFamily="34"/>
              <a:cs typeface="Noto Sans" pitchFamily="34"/>
            </a:endParaRPr>
          </a:p>
        </p:txBody>
      </p:sp>
      <p:pic>
        <p:nvPicPr>
          <p:cNvPr id="22" name="Picture 21" descr="A group of icons with text&#10;&#10;AI-generated content may be incorrect.">
            <a:extLst>
              <a:ext uri="{FF2B5EF4-FFF2-40B4-BE49-F238E27FC236}">
                <a16:creationId xmlns:a16="http://schemas.microsoft.com/office/drawing/2014/main" id="{1E68C387-C273-B960-6BC9-91840C3188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15" t="30014" r="40940" b="38693"/>
          <a:stretch>
            <a:fillRect/>
          </a:stretch>
        </p:blipFill>
        <p:spPr>
          <a:xfrm>
            <a:off x="6440652" y="1483093"/>
            <a:ext cx="1728982" cy="1621456"/>
          </a:xfrm>
          <a:prstGeom prst="rect">
            <a:avLst/>
          </a:prstGeom>
        </p:spPr>
      </p:pic>
      <p:pic>
        <p:nvPicPr>
          <p:cNvPr id="23" name="Picture 22" descr="A group of icons with text&#10;&#10;AI-generated content may be incorrect.">
            <a:extLst>
              <a:ext uri="{FF2B5EF4-FFF2-40B4-BE49-F238E27FC236}">
                <a16:creationId xmlns:a16="http://schemas.microsoft.com/office/drawing/2014/main" id="{70EA3FFA-94DC-79A5-622F-9955A2CDAB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06" t="31104" r="6185" b="37603"/>
          <a:stretch>
            <a:fillRect/>
          </a:stretch>
        </p:blipFill>
        <p:spPr>
          <a:xfrm>
            <a:off x="4216997" y="3595429"/>
            <a:ext cx="2223655" cy="1621455"/>
          </a:xfrm>
          <a:prstGeom prst="rect">
            <a:avLst/>
          </a:prstGeom>
        </p:spPr>
      </p:pic>
      <p:pic>
        <p:nvPicPr>
          <p:cNvPr id="24" name="Picture 23" descr="A group of icons with text&#10;&#10;AI-generated content may be incorrect.">
            <a:extLst>
              <a:ext uri="{FF2B5EF4-FFF2-40B4-BE49-F238E27FC236}">
                <a16:creationId xmlns:a16="http://schemas.microsoft.com/office/drawing/2014/main" id="{902933BA-9CDE-6F61-177B-5CDEE83E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5" t="29851" r="69938" b="38856"/>
          <a:stretch>
            <a:fillRect/>
          </a:stretch>
        </p:blipFill>
        <p:spPr>
          <a:xfrm>
            <a:off x="4414548" y="1461379"/>
            <a:ext cx="1827806" cy="1621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F9561B-54C1-EF2F-92EA-9F78C259809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161" y="760947"/>
            <a:ext cx="3779309" cy="5668963"/>
          </a:xfrm>
          <a:prstGeom prst="rect">
            <a:avLst/>
          </a:prstGeom>
        </p:spPr>
      </p:pic>
      <p:pic>
        <p:nvPicPr>
          <p:cNvPr id="10" name="Picture 9" descr="A logo of a computer program&#10;&#10;AI-generated content may be incorrect.">
            <a:extLst>
              <a:ext uri="{FF2B5EF4-FFF2-40B4-BE49-F238E27FC236}">
                <a16:creationId xmlns:a16="http://schemas.microsoft.com/office/drawing/2014/main" id="{6BF5762E-303A-EDFF-AFAB-F15AF1BFDA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053"/>
          <a:stretch>
            <a:fillRect/>
          </a:stretch>
        </p:blipFill>
        <p:spPr>
          <a:xfrm>
            <a:off x="6551741" y="3412276"/>
            <a:ext cx="2107668" cy="19033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46271F-152A-27AF-9B93-993D950E23FD}"/>
              </a:ext>
            </a:extLst>
          </p:cNvPr>
          <p:cNvSpPr txBox="1"/>
          <p:nvPr/>
        </p:nvSpPr>
        <p:spPr>
          <a:xfrm>
            <a:off x="3018692" y="2406097"/>
            <a:ext cx="603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50938A"/>
                </a:solidFill>
                <a:latin typeface="Liberation Sans" pitchFamily="34"/>
                <a:cs typeface="Noto Sans" pitchFamily="34"/>
              </a:rPr>
              <a:t>Free Web Agent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88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EF698D-8530-30E4-4672-BE279C52270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40840" y="228240"/>
            <a:ext cx="9357120" cy="4342680"/>
          </a:xfrm>
        </p:spPr>
        <p:txBody>
          <a:bodyPr vert="horz">
            <a:normAutofit fontScale="92500" lnSpcReduction="10000"/>
          </a:bodyPr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2200" b="1">
                <a:solidFill>
                  <a:srgbClr val="ED4C05"/>
                </a:solidFill>
                <a:latin typeface="Liberation Sans" pitchFamily="34"/>
                <a:cs typeface="Noto Sans" pitchFamily="34"/>
              </a:rPr>
              <a:t>Course Journey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1800">
                <a:latin typeface="Liberation Sans" pitchFamily="34"/>
                <a:cs typeface="Noto Sans" pitchFamily="34"/>
              </a:rPr>
              <a:t>Core AI &amp; LLM fundamentals → Advanced topics like agents, tool-use.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1800">
                <a:latin typeface="Liberation Sans" pitchFamily="34"/>
                <a:cs typeface="Noto Sans" pitchFamily="34"/>
              </a:rPr>
              <a:t>Built using open-source technologies whenever possible.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1800">
                <a:latin typeface="Liberation Sans" pitchFamily="34"/>
                <a:cs typeface="Noto Sans" pitchFamily="34"/>
              </a:rPr>
              <a:t>In rare cases, if paid services are needed, I will prioritize options with free tiers.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endParaRPr lang="en-US" sz="1000">
              <a:latin typeface="Liberation Sans" pitchFamily="34"/>
              <a:cs typeface="Noto Sans" pitchFamily="34"/>
            </a:endParaRPr>
          </a:p>
          <a:p>
            <a:pPr lvl="0" algn="l" rtl="0">
              <a:spcBef>
                <a:spcPts val="1191"/>
              </a:spcBef>
              <a:spcAft>
                <a:spcPts val="992"/>
              </a:spcAft>
            </a:pPr>
            <a:r>
              <a:rPr lang="en-US" sz="2200" b="1">
                <a:solidFill>
                  <a:srgbClr val="ED4C05"/>
                </a:solidFill>
                <a:latin typeface="Liberation Sans" pitchFamily="34"/>
                <a:cs typeface="Noto Sans" pitchFamily="34"/>
              </a:rPr>
              <a:t>Who This Is For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1800">
                <a:latin typeface="Liberation Sans" pitchFamily="34"/>
                <a:cs typeface="Noto Sans" pitchFamily="34"/>
              </a:rPr>
              <a:t>Beginners — build strong foundations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1800">
                <a:latin typeface="Liberation Sans" pitchFamily="34"/>
                <a:cs typeface="Noto Sans" pitchFamily="34"/>
              </a:rPr>
              <a:t>Intermediate learners — deepen understanding</a:t>
            </a:r>
          </a:p>
          <a:p>
            <a:pPr lvl="0" algn="l" rtl="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1800">
                <a:latin typeface="Liberation Sans" pitchFamily="34"/>
                <a:cs typeface="Noto Sans" pitchFamily="34"/>
              </a:rPr>
              <a:t>Advanced practitioners — connect concepts and go further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E99F-50CD-C57C-109A-7EA356BF0B6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39640" y="1976759"/>
            <a:ext cx="5401800" cy="1260000"/>
          </a:xfrm>
        </p:spPr>
        <p:txBody>
          <a:bodyPr vert="horz"/>
          <a:lstStyle/>
          <a:p>
            <a:pPr lvl="0" rtl="0">
              <a:spcBef>
                <a:spcPts val="1191"/>
              </a:spcBef>
              <a:spcAft>
                <a:spcPts val="992"/>
              </a:spcAft>
            </a:pPr>
            <a:r>
              <a:rPr lang="en-US" sz="6000">
                <a:latin typeface="Liberation Sans" pitchFamily="34"/>
                <a:cs typeface="Noto Sans" pitchFamily="34"/>
              </a:rPr>
              <a:t>AI Decoded</a:t>
            </a:r>
            <a:br>
              <a:rPr lang="en-US" sz="6000">
                <a:latin typeface="Liberation Sans" pitchFamily="34"/>
                <a:cs typeface="Noto Sans" pitchFamily="34"/>
              </a:rPr>
            </a:br>
            <a:r>
              <a:rPr lang="en-US" sz="1800">
                <a:latin typeface="Liberation Sans" pitchFamily="34"/>
                <a:cs typeface="Noto Sans" pitchFamily="34"/>
              </a:rPr>
              <a:t>Explaining AI using only open-source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294D4-2682-7C0F-F37D-BB40B4069BA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116920" y="1263240"/>
            <a:ext cx="1671840" cy="900000"/>
          </a:xfrm>
        </p:spPr>
        <p:txBody>
          <a:bodyPr vert="horz" anchor="ctr"/>
          <a:lstStyle/>
          <a:p>
            <a:pPr lvl="0" algn="ctr" rtl="0"/>
            <a:r>
              <a:rPr lang="en-US" sz="1300">
                <a:highlight>
                  <a:srgbClr val="FFFFFF"/>
                </a:highlight>
                <a:latin typeface="Liberation Sans" pitchFamily="34"/>
                <a:cs typeface="Noto Sans" pitchFamily="34"/>
              </a:rPr>
              <a:t>Asim Munawar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A7F270-8B1F-AFDD-F1B0-06CD1DDFDC8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6839" y="228240"/>
            <a:ext cx="2056680" cy="457200"/>
          </a:xfrm>
        </p:spPr>
        <p:txBody>
          <a:bodyPr vert="horz"/>
          <a:lstStyle/>
          <a:p>
            <a:pPr lvl="0" rtl="0"/>
            <a:r>
              <a:rPr lang="en-US" sz="3200">
                <a:solidFill>
                  <a:srgbClr val="729FCF"/>
                </a:solidFill>
                <a:latin typeface="Liberation Sans" pitchFamily="34"/>
                <a:cs typeface="Noto Sans" pitchFamily="34"/>
              </a:rPr>
              <a:t>AI xor Die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B31215-8CC5-C93A-59CE-C4102380A170}"/>
              </a:ext>
            </a:extLst>
          </p:cNvPr>
          <p:cNvSpPr txBox="1"/>
          <p:nvPr/>
        </p:nvSpPr>
        <p:spPr>
          <a:xfrm>
            <a:off x="1142280" y="3361320"/>
            <a:ext cx="434412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34"/>
                <a:ea typeface="Noto Sans CJK JP:palt" pitchFamily="34"/>
                <a:cs typeface="Noto Sans" pitchFamily="34"/>
              </a:rPr>
              <a:t>https://github.com/AIxorDie/ai-decoded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BE03E-5D64-28BC-03AB-F1333F7CCBEE}"/>
              </a:ext>
            </a:extLst>
          </p:cNvPr>
          <p:cNvSpPr txBox="1"/>
          <p:nvPr/>
        </p:nvSpPr>
        <p:spPr>
          <a:xfrm>
            <a:off x="119880" y="4892400"/>
            <a:ext cx="3800880" cy="629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© 2025 Asim Munawar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Released under the MIT License 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Liberation Sans" pitchFamily="34"/>
                <a:ea typeface="Noto Sans CJK JP:palt" pitchFamily="34"/>
                <a:cs typeface="Noto Sans" pitchFamily="34"/>
              </a:rPr>
              <a:t>https://opensource.org/licenses/MIT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F45B09-7137-3978-C2F5-7AEF09F9143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11640" y="3259080"/>
            <a:ext cx="519840" cy="51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A41144-64E5-BC80-5285-330850141BA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455320" y="646920"/>
            <a:ext cx="948960" cy="952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ehiv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eehiv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Blue_Curv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19116</TotalTime>
  <Words>1164</Words>
  <Application>Microsoft Macintosh PowerPoint</Application>
  <PresentationFormat>Custom</PresentationFormat>
  <Paragraphs>202</Paragraphs>
  <Slides>26</Slides>
  <Notes>26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Arial</vt:lpstr>
      <vt:lpstr>Helvetica</vt:lpstr>
      <vt:lpstr>Liberation Sans</vt:lpstr>
      <vt:lpstr>StarSymbol</vt:lpstr>
      <vt:lpstr>System Font Regular</vt:lpstr>
      <vt:lpstr>Beehive</vt:lpstr>
      <vt:lpstr>Beehive1</vt:lpstr>
      <vt:lpstr>Default</vt:lpstr>
      <vt:lpstr>Blue_Curve</vt:lpstr>
      <vt:lpstr>AI Decoded Learn AI the Right Way</vt:lpstr>
      <vt:lpstr>AI Decoded Powered entirely by open-source</vt:lpstr>
      <vt:lpstr>Unit 1: Tokenization</vt:lpstr>
      <vt:lpstr>Unit 2: Embeddings</vt:lpstr>
      <vt:lpstr>Unit 3: Self Attention</vt:lpstr>
      <vt:lpstr>Unit 4: Transformer Decoder &amp; Sampling</vt:lpstr>
      <vt:lpstr>Unit 5: How LLMs Generate Text Efficiently?</vt:lpstr>
      <vt:lpstr>Unit 6: Playing with Real LLMs (HF)</vt:lpstr>
      <vt:lpstr>AI Decoded: LLM Training  Powered entirely by open-source</vt:lpstr>
      <vt:lpstr>AI Decoded: LLM Training  Powered entirely by open-source</vt:lpstr>
      <vt:lpstr>AI Decoded: Neuro-Symbolic AI  Powered entirely by open-source</vt:lpstr>
      <vt:lpstr>AI Decoded: Neuro-Symbolic AI  Powered entirely by open-source</vt:lpstr>
      <vt:lpstr>Symbolic AI Concepts  Part 1</vt:lpstr>
      <vt:lpstr>Symbolic AI Concepts  Part 2</vt:lpstr>
      <vt:lpstr>Symbolic AI Concepts  Part 3</vt:lpstr>
      <vt:lpstr>AI Decoded: Agents Powered entirely by open-source</vt:lpstr>
      <vt:lpstr>AI Decoded: Agents Powered entirely by open-source</vt:lpstr>
      <vt:lpstr>Build a Free Web Search Agent Powered by Open-Source</vt:lpstr>
      <vt:lpstr>Build a Web Agent Powered entirely by open-source</vt:lpstr>
      <vt:lpstr>LLM Inference: The Real Bottleneck</vt:lpstr>
      <vt:lpstr>Paper Walkthrough</vt:lpstr>
      <vt:lpstr>Paper Walkthrough</vt:lpstr>
      <vt:lpstr>PowerPoint Presentation</vt:lpstr>
      <vt:lpstr>Build a Web Agent Powered entirely by open-source</vt:lpstr>
      <vt:lpstr>PowerPoint Presentation</vt:lpstr>
      <vt:lpstr>AI Decoded Explaining AI using only open-source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Beehive</dc:title>
  <dc:description>This work is licensed under a Creative Commons 0 License.
It makes use of the works of kka_libo_design@ashisuto.co.jp.</dc:description>
  <cp:lastModifiedBy>ASIM MUNAWAR</cp:lastModifiedBy>
  <cp:revision>42</cp:revision>
  <dcterms:created xsi:type="dcterms:W3CDTF">2025-12-20T18:51:24Z</dcterms:created>
  <dcterms:modified xsi:type="dcterms:W3CDTF">2026-01-30T14:35:52Z</dcterms:modified>
</cp:coreProperties>
</file>